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7"/>
  </p:notesMasterIdLst>
  <p:sldIdLst>
    <p:sldId id="258" r:id="rId2"/>
    <p:sldId id="305" r:id="rId3"/>
    <p:sldId id="268" r:id="rId4"/>
    <p:sldId id="306" r:id="rId5"/>
    <p:sldId id="307" r:id="rId6"/>
    <p:sldId id="291" r:id="rId7"/>
    <p:sldId id="308" r:id="rId8"/>
    <p:sldId id="309" r:id="rId9"/>
    <p:sldId id="314" r:id="rId10"/>
    <p:sldId id="304" r:id="rId11"/>
    <p:sldId id="310" r:id="rId12"/>
    <p:sldId id="311" r:id="rId13"/>
    <p:sldId id="312" r:id="rId14"/>
    <p:sldId id="313" r:id="rId15"/>
    <p:sldId id="265"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1" hangingPunct="1">
      <a:defRPr kern="1200">
        <a:solidFill>
          <a:schemeClr val="tx1"/>
        </a:solidFill>
        <a:latin typeface="Calibri" panose="020F0502020204030204" pitchFamily="34" charset="0"/>
        <a:ea typeface="+mn-ea"/>
        <a:cs typeface="+mn-cs"/>
      </a:defRPr>
    </a:lvl6pPr>
    <a:lvl7pPr marL="2743200" algn="l" defTabSz="914400" rtl="0" eaLnBrk="1" latinLnBrk="1" hangingPunct="1">
      <a:defRPr kern="1200">
        <a:solidFill>
          <a:schemeClr val="tx1"/>
        </a:solidFill>
        <a:latin typeface="Calibri" panose="020F0502020204030204" pitchFamily="34" charset="0"/>
        <a:ea typeface="+mn-ea"/>
        <a:cs typeface="+mn-cs"/>
      </a:defRPr>
    </a:lvl7pPr>
    <a:lvl8pPr marL="3200400" algn="l" defTabSz="914400" rtl="0" eaLnBrk="1" latinLnBrk="1" hangingPunct="1">
      <a:defRPr kern="1200">
        <a:solidFill>
          <a:schemeClr val="tx1"/>
        </a:solidFill>
        <a:latin typeface="Calibri" panose="020F0502020204030204" pitchFamily="34" charset="0"/>
        <a:ea typeface="+mn-ea"/>
        <a:cs typeface="+mn-cs"/>
      </a:defRPr>
    </a:lvl8pPr>
    <a:lvl9pPr marL="3657600" algn="l" defTabSz="914400" rtl="0" eaLnBrk="1" latinLnBrk="1"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5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82"/>
    <p:restoredTop sz="94643"/>
  </p:normalViewPr>
  <p:slideViewPr>
    <p:cSldViewPr snapToGrid="0" snapToObjects="1">
      <p:cViewPr varScale="1">
        <p:scale>
          <a:sx n="131" d="100"/>
          <a:sy n="131" d="100"/>
        </p:scale>
        <p:origin x="184" y="296"/>
      </p:cViewPr>
      <p:guideLst/>
    </p:cSldViewPr>
  </p:slideViewPr>
  <p:notesTextViewPr>
    <p:cViewPr>
      <p:scale>
        <a:sx n="1" d="1"/>
        <a:sy n="1" d="1"/>
      </p:scale>
      <p:origin x="0" y="0"/>
    </p:cViewPr>
  </p:notesTextViewPr>
  <p:notesViewPr>
    <p:cSldViewPr snapToGrid="0" snapToObject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CEFB18-4847-7440-8483-DF1730707B17}" type="datetimeFigureOut">
              <a:rPr kumimoji="1" lang="ko-KR" altLang="en-US" smtClean="0"/>
              <a:t>2026. 4. 27.</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57F023-F7F5-C84A-BF7F-4E5F95561E75}" type="slidenum">
              <a:rPr kumimoji="1" lang="ko-KR" altLang="en-US" smtClean="0"/>
              <a:t>‹#›</a:t>
            </a:fld>
            <a:endParaRPr kumimoji="1" lang="ko-KR" altLang="en-US"/>
          </a:p>
        </p:txBody>
      </p:sp>
    </p:spTree>
    <p:extLst>
      <p:ext uri="{BB962C8B-B14F-4D97-AF65-F5344CB8AC3E}">
        <p14:creationId xmlns:p14="http://schemas.microsoft.com/office/powerpoint/2010/main" val="116526047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510E0-846F-F245-A22C-53082F27B5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323B87-8E5D-9D49-BE5C-FA61A5F52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0638E9-E159-627A-E4F2-09E137442388}"/>
              </a:ext>
            </a:extLst>
          </p:cNvPr>
          <p:cNvSpPr>
            <a:spLocks noGrp="1"/>
          </p:cNvSpPr>
          <p:nvPr>
            <p:ph type="dt" sz="half" idx="10"/>
          </p:nvPr>
        </p:nvSpPr>
        <p:spPr/>
        <p:txBody>
          <a:bodyPr/>
          <a:lstStyle>
            <a:lvl1pPr>
              <a:defRPr/>
            </a:lvl1pPr>
          </a:lstStyle>
          <a:p>
            <a:pPr>
              <a:defRPr/>
            </a:pPr>
            <a:fld id="{65193021-B57C-154E-AECA-2D7DE6A1694E}" type="datetime1">
              <a:rPr lang="ko-KR" altLang="en-US" smtClean="0"/>
              <a:t>2026. 4. 27.</a:t>
            </a:fld>
            <a:endParaRPr lang="en-US"/>
          </a:p>
        </p:txBody>
      </p:sp>
      <p:sp>
        <p:nvSpPr>
          <p:cNvPr id="5" name="Footer Placeholder 4">
            <a:extLst>
              <a:ext uri="{FF2B5EF4-FFF2-40B4-BE49-F238E27FC236}">
                <a16:creationId xmlns:a16="http://schemas.microsoft.com/office/drawing/2014/main" id="{21DC902F-54DE-88E0-BE91-519B5D92A4B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7E5D08F-A2DD-4C7E-7430-AE7545E4176B}"/>
              </a:ext>
            </a:extLst>
          </p:cNvPr>
          <p:cNvSpPr>
            <a:spLocks noGrp="1"/>
          </p:cNvSpPr>
          <p:nvPr>
            <p:ph type="sldNum" sz="quarter" idx="12"/>
          </p:nvPr>
        </p:nvSpPr>
        <p:spPr/>
        <p:txBody>
          <a:bodyPr/>
          <a:lstStyle>
            <a:lvl1pPr>
              <a:defRPr/>
            </a:lvl1pPr>
          </a:lstStyle>
          <a:p>
            <a:fld id="{51A8FB34-E954-A84F-ACB4-4199FAD6C89F}" type="slidenum">
              <a:rPr lang="en-US" altLang="ko-KR"/>
              <a:pPr/>
              <a:t>‹#›</a:t>
            </a:fld>
            <a:endParaRPr lang="en-US" altLang="ko-KR"/>
          </a:p>
        </p:txBody>
      </p:sp>
    </p:spTree>
    <p:extLst>
      <p:ext uri="{BB962C8B-B14F-4D97-AF65-F5344CB8AC3E}">
        <p14:creationId xmlns:p14="http://schemas.microsoft.com/office/powerpoint/2010/main" val="2955282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0B80C-610B-424A-8F2B-5307FD9697E3}"/>
              </a:ext>
            </a:extLst>
          </p:cNvPr>
          <p:cNvSpPr>
            <a:spLocks noGrp="1"/>
          </p:cNvSpPr>
          <p:nvPr>
            <p:ph type="title"/>
          </p:nvPr>
        </p:nvSpPr>
        <p:spPr>
          <a:xfrm>
            <a:off x="838200" y="647508"/>
            <a:ext cx="10515600" cy="673595"/>
          </a:xfrm>
        </p:spPr>
        <p:txBody>
          <a:bodyPr/>
          <a:lstStyle>
            <a:lvl1pPr>
              <a:defRPr sz="3200" b="1" i="0">
                <a:solidFill>
                  <a:srgbClr val="BF570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7CBCEA43-F7D7-D846-B636-869F7A5D5143}"/>
              </a:ext>
            </a:extLst>
          </p:cNvPr>
          <p:cNvSpPr>
            <a:spLocks noGrp="1"/>
          </p:cNvSpPr>
          <p:nvPr>
            <p:ph idx="1"/>
          </p:nvPr>
        </p:nvSpPr>
        <p:spPr>
          <a:xfrm>
            <a:off x="838200" y="1434964"/>
            <a:ext cx="10515600" cy="4742000"/>
          </a:xfrm>
        </p:spPr>
        <p:txBody>
          <a:bodyPr/>
          <a:lstStyle>
            <a:lvl1pPr>
              <a:lnSpc>
                <a:spcPct val="100000"/>
              </a:lnSpc>
              <a:spcBef>
                <a:spcPts val="0"/>
              </a:spcBef>
              <a:spcAft>
                <a:spcPts val="0"/>
              </a:spcAft>
              <a:defRPr sz="2400"/>
            </a:lvl1pPr>
            <a:lvl2pPr marL="685800" indent="-228600">
              <a:buFont typeface="Wingdings" pitchFamily="2" charset="2"/>
              <a:buChar char="§"/>
              <a:defRPr sz="2000"/>
            </a:lvl2pPr>
            <a:lvl3pPr marL="1143000" indent="-228600">
              <a:buFont typeface="Wingdings" pitchFamily="2" charset="2"/>
              <a:buChar char="Ø"/>
              <a:defRPr sz="1800"/>
            </a:lvl3pPr>
            <a:lvl4pPr marL="1600200" indent="-228600">
              <a:buFont typeface="Wingdings" pitchFamily="2" charset="2"/>
              <a:buChar char="ü"/>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7DA0CCE-DA65-4A3B-D665-B8551FDED1CE}"/>
              </a:ext>
            </a:extLst>
          </p:cNvPr>
          <p:cNvSpPr>
            <a:spLocks noGrp="1"/>
          </p:cNvSpPr>
          <p:nvPr>
            <p:ph type="dt" sz="half" idx="10"/>
          </p:nvPr>
        </p:nvSpPr>
        <p:spPr/>
        <p:txBody>
          <a:bodyPr/>
          <a:lstStyle>
            <a:lvl1pPr>
              <a:defRPr/>
            </a:lvl1pPr>
          </a:lstStyle>
          <a:p>
            <a:pPr>
              <a:defRPr/>
            </a:pPr>
            <a:fld id="{CB7FBAAA-16AD-A448-9E12-8E6415F36951}" type="datetime1">
              <a:rPr lang="ko-KR" altLang="en-US" smtClean="0"/>
              <a:t>2026. 4. 27.</a:t>
            </a:fld>
            <a:endParaRPr lang="en-US"/>
          </a:p>
        </p:txBody>
      </p:sp>
      <p:sp>
        <p:nvSpPr>
          <p:cNvPr id="5" name="Footer Placeholder 4">
            <a:extLst>
              <a:ext uri="{FF2B5EF4-FFF2-40B4-BE49-F238E27FC236}">
                <a16:creationId xmlns:a16="http://schemas.microsoft.com/office/drawing/2014/main" id="{70F690B3-D74D-DD07-9C99-6C6FA3463A1B}"/>
              </a:ext>
            </a:extLst>
          </p:cNvPr>
          <p:cNvSpPr>
            <a:spLocks noGrp="1"/>
          </p:cNvSpPr>
          <p:nvPr>
            <p:ph type="ftr" sz="quarter" idx="11"/>
          </p:nvPr>
        </p:nvSpPr>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36BC90BA-442A-9A40-F85E-881D8952C980}"/>
              </a:ext>
            </a:extLst>
          </p:cNvPr>
          <p:cNvSpPr/>
          <p:nvPr userDrawn="1"/>
        </p:nvSpPr>
        <p:spPr>
          <a:xfrm rot="16200000">
            <a:off x="5308600" y="1244600"/>
            <a:ext cx="304800" cy="10922000"/>
          </a:xfrm>
          <a:prstGeom prst="rect">
            <a:avLst/>
          </a:prstGeom>
          <a:solidFill>
            <a:srgbClr val="BF5700"/>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US" kern="0" dirty="0">
              <a:solidFill>
                <a:srgbClr val="FFFFFF"/>
              </a:solidFill>
              <a:latin typeface="Arial" panose="020B0604020202020204"/>
            </a:endParaRPr>
          </a:p>
        </p:txBody>
      </p:sp>
      <p:sp>
        <p:nvSpPr>
          <p:cNvPr id="8" name="Rectangle 6">
            <a:extLst>
              <a:ext uri="{FF2B5EF4-FFF2-40B4-BE49-F238E27FC236}">
                <a16:creationId xmlns:a16="http://schemas.microsoft.com/office/drawing/2014/main" id="{0BFBA42E-9252-D60B-4778-CF6503B92533}"/>
              </a:ext>
            </a:extLst>
          </p:cNvPr>
          <p:cNvSpPr/>
          <p:nvPr userDrawn="1"/>
        </p:nvSpPr>
        <p:spPr>
          <a:xfrm rot="16200000">
            <a:off x="11404600" y="6070600"/>
            <a:ext cx="304800" cy="1270000"/>
          </a:xfrm>
          <a:prstGeom prst="rect">
            <a:avLst/>
          </a:prstGeom>
          <a:solidFill>
            <a:srgbClr val="EB8F2F"/>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US" kern="0" dirty="0">
              <a:solidFill>
                <a:srgbClr val="FFFFFF"/>
              </a:solidFill>
              <a:latin typeface="Arial" panose="020B0604020202020204"/>
            </a:endParaRPr>
          </a:p>
        </p:txBody>
      </p:sp>
      <p:pic>
        <p:nvPicPr>
          <p:cNvPr id="9" name="Picture Placeholder 8">
            <a:extLst>
              <a:ext uri="{FF2B5EF4-FFF2-40B4-BE49-F238E27FC236}">
                <a16:creationId xmlns:a16="http://schemas.microsoft.com/office/drawing/2014/main" id="{7F2D702D-1F2B-34BE-C428-2E8CA768DBD7}"/>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l="3774" t="12067" r="38209" b="37395"/>
          <a:stretch/>
        </p:blipFill>
        <p:spPr>
          <a:xfrm>
            <a:off x="0" y="1"/>
            <a:ext cx="2489200" cy="787456"/>
          </a:xfrm>
          <a:prstGeom prst="rect">
            <a:avLst/>
          </a:prstGeom>
        </p:spPr>
      </p:pic>
      <p:sp>
        <p:nvSpPr>
          <p:cNvPr id="6" name="Slide Number Placeholder 5">
            <a:extLst>
              <a:ext uri="{FF2B5EF4-FFF2-40B4-BE49-F238E27FC236}">
                <a16:creationId xmlns:a16="http://schemas.microsoft.com/office/drawing/2014/main" id="{B8A21283-C920-B3EC-558F-D56C3FDA373F}"/>
              </a:ext>
            </a:extLst>
          </p:cNvPr>
          <p:cNvSpPr>
            <a:spLocks noGrp="1"/>
          </p:cNvSpPr>
          <p:nvPr>
            <p:ph type="sldNum" sz="quarter" idx="12"/>
          </p:nvPr>
        </p:nvSpPr>
        <p:spPr>
          <a:xfrm>
            <a:off x="9436100" y="6515099"/>
            <a:ext cx="2514600" cy="365125"/>
          </a:xfrm>
        </p:spPr>
        <p:txBody>
          <a:bodyPr/>
          <a:lstStyle>
            <a:lvl1pPr>
              <a:defRPr sz="2000" b="1">
                <a:solidFill>
                  <a:schemeClr val="tx1"/>
                </a:solidFill>
              </a:defRPr>
            </a:lvl1pPr>
          </a:lstStyle>
          <a:p>
            <a:fld id="{DD7BFE16-0181-744A-9D9D-D87AFEC7100D}" type="slidenum">
              <a:rPr lang="en-US" altLang="ko-KR" smtClean="0"/>
              <a:pPr/>
              <a:t>‹#›</a:t>
            </a:fld>
            <a:endParaRPr lang="en-US" altLang="ko-KR" dirty="0"/>
          </a:p>
        </p:txBody>
      </p:sp>
    </p:spTree>
    <p:extLst>
      <p:ext uri="{BB962C8B-B14F-4D97-AF65-F5344CB8AC3E}">
        <p14:creationId xmlns:p14="http://schemas.microsoft.com/office/powerpoint/2010/main" val="4182344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3FD71-878D-AA46-82C6-955EF5C74E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CDCFA5-0BB6-E149-AA52-1DA5EE5859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8DC09C9-0670-1E46-808E-3ED64ECBD1B2}"/>
              </a:ext>
            </a:extLst>
          </p:cNvPr>
          <p:cNvSpPr>
            <a:spLocks noGrp="1"/>
          </p:cNvSpPr>
          <p:nvPr>
            <p:ph type="dt" sz="half" idx="10"/>
          </p:nvPr>
        </p:nvSpPr>
        <p:spPr/>
        <p:txBody>
          <a:bodyPr/>
          <a:lstStyle>
            <a:lvl1pPr>
              <a:defRPr/>
            </a:lvl1pPr>
          </a:lstStyle>
          <a:p>
            <a:pPr>
              <a:defRPr/>
            </a:pPr>
            <a:fld id="{82E6DE02-8F40-A440-98C5-01D67D792CEC}" type="datetime1">
              <a:rPr lang="ko-KR" altLang="en-US" smtClean="0"/>
              <a:t>2026. 4. 27.</a:t>
            </a:fld>
            <a:endParaRPr lang="en-US"/>
          </a:p>
        </p:txBody>
      </p:sp>
      <p:sp>
        <p:nvSpPr>
          <p:cNvPr id="5" name="Footer Placeholder 4">
            <a:extLst>
              <a:ext uri="{FF2B5EF4-FFF2-40B4-BE49-F238E27FC236}">
                <a16:creationId xmlns:a16="http://schemas.microsoft.com/office/drawing/2014/main" id="{09870C01-E1EB-A51C-BF03-0EDD8E379B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4D18C0C-177B-8B96-B9B6-DF515BB8D5E5}"/>
              </a:ext>
            </a:extLst>
          </p:cNvPr>
          <p:cNvSpPr>
            <a:spLocks noGrp="1"/>
          </p:cNvSpPr>
          <p:nvPr>
            <p:ph type="sldNum" sz="quarter" idx="12"/>
          </p:nvPr>
        </p:nvSpPr>
        <p:spPr/>
        <p:txBody>
          <a:bodyPr/>
          <a:lstStyle>
            <a:lvl1pPr>
              <a:defRPr/>
            </a:lvl1pPr>
          </a:lstStyle>
          <a:p>
            <a:fld id="{9C446CAA-7411-3540-8A92-D8888EA8A7FC}" type="slidenum">
              <a:rPr lang="en-US" altLang="ko-KR"/>
              <a:pPr/>
              <a:t>‹#›</a:t>
            </a:fld>
            <a:endParaRPr lang="en-US" altLang="ko-KR"/>
          </a:p>
        </p:txBody>
      </p:sp>
    </p:spTree>
    <p:extLst>
      <p:ext uri="{BB962C8B-B14F-4D97-AF65-F5344CB8AC3E}">
        <p14:creationId xmlns:p14="http://schemas.microsoft.com/office/powerpoint/2010/main" val="2205536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16ACB-6B09-9D44-8782-532129853F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E3D68A-AF7A-7A40-8CE5-B3CD1007065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CBAC4-DD55-B04D-826A-A6B4D5959AB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FB10598-0B51-8228-876E-75FAB2227593}"/>
              </a:ext>
            </a:extLst>
          </p:cNvPr>
          <p:cNvSpPr>
            <a:spLocks noGrp="1"/>
          </p:cNvSpPr>
          <p:nvPr>
            <p:ph type="dt" sz="half" idx="10"/>
          </p:nvPr>
        </p:nvSpPr>
        <p:spPr/>
        <p:txBody>
          <a:bodyPr/>
          <a:lstStyle>
            <a:lvl1pPr>
              <a:defRPr/>
            </a:lvl1pPr>
          </a:lstStyle>
          <a:p>
            <a:pPr>
              <a:defRPr/>
            </a:pPr>
            <a:fld id="{6B163584-9EE8-4040-9885-C75BCF359956}" type="datetime1">
              <a:rPr lang="ko-KR" altLang="en-US" smtClean="0"/>
              <a:t>2026. 4. 27.</a:t>
            </a:fld>
            <a:endParaRPr lang="en-US"/>
          </a:p>
        </p:txBody>
      </p:sp>
      <p:sp>
        <p:nvSpPr>
          <p:cNvPr id="6" name="Footer Placeholder 4">
            <a:extLst>
              <a:ext uri="{FF2B5EF4-FFF2-40B4-BE49-F238E27FC236}">
                <a16:creationId xmlns:a16="http://schemas.microsoft.com/office/drawing/2014/main" id="{ABC8D2A6-EBEA-5BEB-FADB-1784065662F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7E67CB6-FAA3-0E6C-5225-C17D5A8EC441}"/>
              </a:ext>
            </a:extLst>
          </p:cNvPr>
          <p:cNvSpPr>
            <a:spLocks noGrp="1"/>
          </p:cNvSpPr>
          <p:nvPr>
            <p:ph type="sldNum" sz="quarter" idx="12"/>
          </p:nvPr>
        </p:nvSpPr>
        <p:spPr/>
        <p:txBody>
          <a:bodyPr/>
          <a:lstStyle>
            <a:lvl1pPr>
              <a:defRPr/>
            </a:lvl1pPr>
          </a:lstStyle>
          <a:p>
            <a:fld id="{2E06611C-240E-D14C-ABBC-C240E77EAB3C}" type="slidenum">
              <a:rPr lang="en-US" altLang="ko-KR"/>
              <a:pPr/>
              <a:t>‹#›</a:t>
            </a:fld>
            <a:endParaRPr lang="en-US" altLang="ko-KR"/>
          </a:p>
        </p:txBody>
      </p:sp>
    </p:spTree>
    <p:extLst>
      <p:ext uri="{BB962C8B-B14F-4D97-AF65-F5344CB8AC3E}">
        <p14:creationId xmlns:p14="http://schemas.microsoft.com/office/powerpoint/2010/main" val="624634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EF62E-143E-2E44-8FED-AB5AE5F2E1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55474E-AF94-BE4B-AE62-97314EFC23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8776336-B81A-0C4B-AF51-62108E2031C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2E03CF-50BE-0E48-AB18-394502FCED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0DC5A4F-9EE9-BB40-95CA-C6E8D66248B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7A75DFB-DC4F-6531-0DB3-49955820BE75}"/>
              </a:ext>
            </a:extLst>
          </p:cNvPr>
          <p:cNvSpPr>
            <a:spLocks noGrp="1"/>
          </p:cNvSpPr>
          <p:nvPr>
            <p:ph type="dt" sz="half" idx="10"/>
          </p:nvPr>
        </p:nvSpPr>
        <p:spPr/>
        <p:txBody>
          <a:bodyPr/>
          <a:lstStyle>
            <a:lvl1pPr>
              <a:defRPr/>
            </a:lvl1pPr>
          </a:lstStyle>
          <a:p>
            <a:pPr>
              <a:defRPr/>
            </a:pPr>
            <a:fld id="{26FF218A-7127-3D4A-ADEE-B3FFEA362F9C}" type="datetime1">
              <a:rPr lang="ko-KR" altLang="en-US" smtClean="0"/>
              <a:t>2026. 4. 27.</a:t>
            </a:fld>
            <a:endParaRPr lang="en-US"/>
          </a:p>
        </p:txBody>
      </p:sp>
      <p:sp>
        <p:nvSpPr>
          <p:cNvPr id="8" name="Footer Placeholder 4">
            <a:extLst>
              <a:ext uri="{FF2B5EF4-FFF2-40B4-BE49-F238E27FC236}">
                <a16:creationId xmlns:a16="http://schemas.microsoft.com/office/drawing/2014/main" id="{9E06161F-257B-2CBF-BB1C-AAB45B12E9C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BFF4547-761E-7584-3CBB-03262A8C3A29}"/>
              </a:ext>
            </a:extLst>
          </p:cNvPr>
          <p:cNvSpPr>
            <a:spLocks noGrp="1"/>
          </p:cNvSpPr>
          <p:nvPr>
            <p:ph type="sldNum" sz="quarter" idx="12"/>
          </p:nvPr>
        </p:nvSpPr>
        <p:spPr/>
        <p:txBody>
          <a:bodyPr/>
          <a:lstStyle>
            <a:lvl1pPr>
              <a:defRPr/>
            </a:lvl1pPr>
          </a:lstStyle>
          <a:p>
            <a:fld id="{7FB96654-22A9-7241-89F3-785216AE696E}" type="slidenum">
              <a:rPr lang="en-US" altLang="ko-KR"/>
              <a:pPr/>
              <a:t>‹#›</a:t>
            </a:fld>
            <a:endParaRPr lang="en-US" altLang="ko-KR"/>
          </a:p>
        </p:txBody>
      </p:sp>
    </p:spTree>
    <p:extLst>
      <p:ext uri="{BB962C8B-B14F-4D97-AF65-F5344CB8AC3E}">
        <p14:creationId xmlns:p14="http://schemas.microsoft.com/office/powerpoint/2010/main" val="3133898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68C21-1A66-4044-AD99-62D37CDB5AD6}"/>
              </a:ext>
            </a:extLst>
          </p:cNvPr>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3F7F7AA2-7BCC-F321-C8F0-89F8837C18AC}"/>
              </a:ext>
            </a:extLst>
          </p:cNvPr>
          <p:cNvSpPr>
            <a:spLocks noGrp="1"/>
          </p:cNvSpPr>
          <p:nvPr>
            <p:ph type="dt" sz="half" idx="10"/>
          </p:nvPr>
        </p:nvSpPr>
        <p:spPr/>
        <p:txBody>
          <a:bodyPr/>
          <a:lstStyle>
            <a:lvl1pPr>
              <a:defRPr/>
            </a:lvl1pPr>
          </a:lstStyle>
          <a:p>
            <a:pPr>
              <a:defRPr/>
            </a:pPr>
            <a:fld id="{472CFB89-3091-104D-BB74-060507CD1670}" type="datetime1">
              <a:rPr lang="ko-KR" altLang="en-US" smtClean="0"/>
              <a:t>2026. 4. 27.</a:t>
            </a:fld>
            <a:endParaRPr lang="en-US"/>
          </a:p>
        </p:txBody>
      </p:sp>
      <p:sp>
        <p:nvSpPr>
          <p:cNvPr id="4" name="Footer Placeholder 4">
            <a:extLst>
              <a:ext uri="{FF2B5EF4-FFF2-40B4-BE49-F238E27FC236}">
                <a16:creationId xmlns:a16="http://schemas.microsoft.com/office/drawing/2014/main" id="{482189FE-B356-60B1-7108-9A41FBE3BD9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7CD881A-99E3-FBD0-1D65-FA8FBE60BB46}"/>
              </a:ext>
            </a:extLst>
          </p:cNvPr>
          <p:cNvSpPr>
            <a:spLocks noGrp="1"/>
          </p:cNvSpPr>
          <p:nvPr>
            <p:ph type="sldNum" sz="quarter" idx="12"/>
          </p:nvPr>
        </p:nvSpPr>
        <p:spPr/>
        <p:txBody>
          <a:bodyPr/>
          <a:lstStyle>
            <a:lvl1pPr>
              <a:defRPr/>
            </a:lvl1pPr>
          </a:lstStyle>
          <a:p>
            <a:fld id="{1F70F248-B774-F545-AB6D-4DD5B2744319}" type="slidenum">
              <a:rPr lang="en-US" altLang="ko-KR"/>
              <a:pPr/>
              <a:t>‹#›</a:t>
            </a:fld>
            <a:endParaRPr lang="en-US" altLang="ko-KR"/>
          </a:p>
        </p:txBody>
      </p:sp>
    </p:spTree>
    <p:extLst>
      <p:ext uri="{BB962C8B-B14F-4D97-AF65-F5344CB8AC3E}">
        <p14:creationId xmlns:p14="http://schemas.microsoft.com/office/powerpoint/2010/main" val="3936806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DADF288-259C-E807-454D-A93A6BA39DDE}"/>
              </a:ext>
            </a:extLst>
          </p:cNvPr>
          <p:cNvSpPr>
            <a:spLocks noGrp="1"/>
          </p:cNvSpPr>
          <p:nvPr>
            <p:ph type="dt" sz="half" idx="10"/>
          </p:nvPr>
        </p:nvSpPr>
        <p:spPr/>
        <p:txBody>
          <a:bodyPr/>
          <a:lstStyle>
            <a:lvl1pPr>
              <a:defRPr/>
            </a:lvl1pPr>
          </a:lstStyle>
          <a:p>
            <a:pPr>
              <a:defRPr/>
            </a:pPr>
            <a:fld id="{33B2AFB7-2B5F-644C-B1BE-74AAFA0D34EE}" type="datetime1">
              <a:rPr lang="ko-KR" altLang="en-US" smtClean="0"/>
              <a:t>2026. 4. 27.</a:t>
            </a:fld>
            <a:endParaRPr lang="en-US"/>
          </a:p>
        </p:txBody>
      </p:sp>
      <p:sp>
        <p:nvSpPr>
          <p:cNvPr id="3" name="Footer Placeholder 4">
            <a:extLst>
              <a:ext uri="{FF2B5EF4-FFF2-40B4-BE49-F238E27FC236}">
                <a16:creationId xmlns:a16="http://schemas.microsoft.com/office/drawing/2014/main" id="{92C0AFFB-C949-24B9-9C0E-A99F7F16422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98F1102-0EFB-9756-EC0C-B797CEEBFD8B}"/>
              </a:ext>
            </a:extLst>
          </p:cNvPr>
          <p:cNvSpPr>
            <a:spLocks noGrp="1"/>
          </p:cNvSpPr>
          <p:nvPr>
            <p:ph type="sldNum" sz="quarter" idx="12"/>
          </p:nvPr>
        </p:nvSpPr>
        <p:spPr/>
        <p:txBody>
          <a:bodyPr/>
          <a:lstStyle>
            <a:lvl1pPr>
              <a:defRPr/>
            </a:lvl1pPr>
          </a:lstStyle>
          <a:p>
            <a:fld id="{91EE1763-8B3F-C84F-8610-D01ADCB5A278}" type="slidenum">
              <a:rPr lang="en-US" altLang="ko-KR"/>
              <a:pPr/>
              <a:t>‹#›</a:t>
            </a:fld>
            <a:endParaRPr lang="en-US" altLang="ko-KR"/>
          </a:p>
        </p:txBody>
      </p:sp>
    </p:spTree>
    <p:extLst>
      <p:ext uri="{BB962C8B-B14F-4D97-AF65-F5344CB8AC3E}">
        <p14:creationId xmlns:p14="http://schemas.microsoft.com/office/powerpoint/2010/main" val="3096040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7BBFF-D8CD-2443-98CD-C81A359B11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54DC12-A9E9-E443-B0E3-378A882AF5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739C18-AB54-F140-8929-4320CC3C82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08B61598-D281-E1F1-0F67-0F3433D3D457}"/>
              </a:ext>
            </a:extLst>
          </p:cNvPr>
          <p:cNvSpPr>
            <a:spLocks noGrp="1"/>
          </p:cNvSpPr>
          <p:nvPr>
            <p:ph type="dt" sz="half" idx="10"/>
          </p:nvPr>
        </p:nvSpPr>
        <p:spPr/>
        <p:txBody>
          <a:bodyPr/>
          <a:lstStyle>
            <a:lvl1pPr>
              <a:defRPr/>
            </a:lvl1pPr>
          </a:lstStyle>
          <a:p>
            <a:pPr>
              <a:defRPr/>
            </a:pPr>
            <a:fld id="{A1357EAE-7D34-9F4A-BCD9-DF03ABB01627}" type="datetime1">
              <a:rPr lang="ko-KR" altLang="en-US" smtClean="0"/>
              <a:t>2026. 4. 27.</a:t>
            </a:fld>
            <a:endParaRPr lang="en-US"/>
          </a:p>
        </p:txBody>
      </p:sp>
      <p:sp>
        <p:nvSpPr>
          <p:cNvPr id="6" name="Footer Placeholder 4">
            <a:extLst>
              <a:ext uri="{FF2B5EF4-FFF2-40B4-BE49-F238E27FC236}">
                <a16:creationId xmlns:a16="http://schemas.microsoft.com/office/drawing/2014/main" id="{B6C93390-6EFC-D058-EEB7-042CAB9B30D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99B9145-67EA-AA0B-01F8-D5F62C13AF8C}"/>
              </a:ext>
            </a:extLst>
          </p:cNvPr>
          <p:cNvSpPr>
            <a:spLocks noGrp="1"/>
          </p:cNvSpPr>
          <p:nvPr>
            <p:ph type="sldNum" sz="quarter" idx="12"/>
          </p:nvPr>
        </p:nvSpPr>
        <p:spPr/>
        <p:txBody>
          <a:bodyPr/>
          <a:lstStyle>
            <a:lvl1pPr>
              <a:defRPr/>
            </a:lvl1pPr>
          </a:lstStyle>
          <a:p>
            <a:fld id="{9FF24F90-0096-AD47-B7FA-8DC0E3E89F7C}" type="slidenum">
              <a:rPr lang="en-US" altLang="ko-KR"/>
              <a:pPr/>
              <a:t>‹#›</a:t>
            </a:fld>
            <a:endParaRPr lang="en-US" altLang="ko-KR"/>
          </a:p>
        </p:txBody>
      </p:sp>
    </p:spTree>
    <p:extLst>
      <p:ext uri="{BB962C8B-B14F-4D97-AF65-F5344CB8AC3E}">
        <p14:creationId xmlns:p14="http://schemas.microsoft.com/office/powerpoint/2010/main" val="866842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E9DC-8A54-7C46-B1F3-753195B731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847096-53A7-F248-85CD-ABF32B7E7AAF}"/>
              </a:ext>
            </a:extLst>
          </p:cNvPr>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2D433E7B-31BA-E34A-A3E7-F8CF9BB7B5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4DD7FA99-44AA-BFC5-14FF-3B86020C6EC2}"/>
              </a:ext>
            </a:extLst>
          </p:cNvPr>
          <p:cNvSpPr>
            <a:spLocks noGrp="1"/>
          </p:cNvSpPr>
          <p:nvPr>
            <p:ph type="dt" sz="half" idx="10"/>
          </p:nvPr>
        </p:nvSpPr>
        <p:spPr/>
        <p:txBody>
          <a:bodyPr/>
          <a:lstStyle>
            <a:lvl1pPr>
              <a:defRPr/>
            </a:lvl1pPr>
          </a:lstStyle>
          <a:p>
            <a:pPr>
              <a:defRPr/>
            </a:pPr>
            <a:fld id="{C1BA2115-64C3-1049-BB83-4AAC6154A645}" type="datetime1">
              <a:rPr lang="ko-KR" altLang="en-US" smtClean="0"/>
              <a:t>2026. 4. 27.</a:t>
            </a:fld>
            <a:endParaRPr lang="en-US"/>
          </a:p>
        </p:txBody>
      </p:sp>
      <p:sp>
        <p:nvSpPr>
          <p:cNvPr id="6" name="Footer Placeholder 4">
            <a:extLst>
              <a:ext uri="{FF2B5EF4-FFF2-40B4-BE49-F238E27FC236}">
                <a16:creationId xmlns:a16="http://schemas.microsoft.com/office/drawing/2014/main" id="{3A284536-0AE6-1209-7F64-F7E31034159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6B5DC0F-8075-9DC8-8F4F-EDFC94EA9FDF}"/>
              </a:ext>
            </a:extLst>
          </p:cNvPr>
          <p:cNvSpPr>
            <a:spLocks noGrp="1"/>
          </p:cNvSpPr>
          <p:nvPr>
            <p:ph type="sldNum" sz="quarter" idx="12"/>
          </p:nvPr>
        </p:nvSpPr>
        <p:spPr/>
        <p:txBody>
          <a:bodyPr/>
          <a:lstStyle>
            <a:lvl1pPr>
              <a:defRPr/>
            </a:lvl1pPr>
          </a:lstStyle>
          <a:p>
            <a:fld id="{E2F1FCFF-0779-EF42-97B9-C27ACA64F713}" type="slidenum">
              <a:rPr lang="en-US" altLang="ko-KR"/>
              <a:pPr/>
              <a:t>‹#›</a:t>
            </a:fld>
            <a:endParaRPr lang="en-US" altLang="ko-KR"/>
          </a:p>
        </p:txBody>
      </p:sp>
    </p:spTree>
    <p:extLst>
      <p:ext uri="{BB962C8B-B14F-4D97-AF65-F5344CB8AC3E}">
        <p14:creationId xmlns:p14="http://schemas.microsoft.com/office/powerpoint/2010/main" val="636476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F0A86-32DD-E54F-990C-D9EC4C1FB3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4C9F5C-AC77-8A4D-8EB6-8F98B77AA21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63443-3D8B-23FE-DF6E-99CB29722EB1}"/>
              </a:ext>
            </a:extLst>
          </p:cNvPr>
          <p:cNvSpPr>
            <a:spLocks noGrp="1"/>
          </p:cNvSpPr>
          <p:nvPr>
            <p:ph type="dt" sz="half" idx="10"/>
          </p:nvPr>
        </p:nvSpPr>
        <p:spPr/>
        <p:txBody>
          <a:bodyPr/>
          <a:lstStyle>
            <a:lvl1pPr>
              <a:defRPr/>
            </a:lvl1pPr>
          </a:lstStyle>
          <a:p>
            <a:pPr>
              <a:defRPr/>
            </a:pPr>
            <a:fld id="{AFA22593-972C-4F40-A6EC-1C6C3C49B07A}" type="datetime1">
              <a:rPr lang="ko-KR" altLang="en-US" smtClean="0"/>
              <a:t>2026. 4. 27.</a:t>
            </a:fld>
            <a:endParaRPr lang="en-US"/>
          </a:p>
        </p:txBody>
      </p:sp>
      <p:sp>
        <p:nvSpPr>
          <p:cNvPr id="5" name="Footer Placeholder 4">
            <a:extLst>
              <a:ext uri="{FF2B5EF4-FFF2-40B4-BE49-F238E27FC236}">
                <a16:creationId xmlns:a16="http://schemas.microsoft.com/office/drawing/2014/main" id="{CCDAA6DB-533C-9C0C-B08A-33119BB36E3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D2A9637-3661-7996-A500-6C38F2FD695A}"/>
              </a:ext>
            </a:extLst>
          </p:cNvPr>
          <p:cNvSpPr>
            <a:spLocks noGrp="1"/>
          </p:cNvSpPr>
          <p:nvPr>
            <p:ph type="sldNum" sz="quarter" idx="12"/>
          </p:nvPr>
        </p:nvSpPr>
        <p:spPr/>
        <p:txBody>
          <a:bodyPr/>
          <a:lstStyle>
            <a:lvl1pPr>
              <a:defRPr/>
            </a:lvl1pPr>
          </a:lstStyle>
          <a:p>
            <a:fld id="{F32EBC1A-E85C-7140-AA58-67DB39B1AFAC}" type="slidenum">
              <a:rPr lang="en-US" altLang="ko-KR"/>
              <a:pPr/>
              <a:t>‹#›</a:t>
            </a:fld>
            <a:endParaRPr lang="en-US" altLang="ko-KR"/>
          </a:p>
        </p:txBody>
      </p:sp>
    </p:spTree>
    <p:extLst>
      <p:ext uri="{BB962C8B-B14F-4D97-AF65-F5344CB8AC3E}">
        <p14:creationId xmlns:p14="http://schemas.microsoft.com/office/powerpoint/2010/main" val="3750761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6AFB35-F090-CA49-9477-F5FD108528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E992C3-E56C-3642-BCED-BD56C6FA931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A27DB-F93D-4507-6768-223385E59E08}"/>
              </a:ext>
            </a:extLst>
          </p:cNvPr>
          <p:cNvSpPr>
            <a:spLocks noGrp="1"/>
          </p:cNvSpPr>
          <p:nvPr>
            <p:ph type="dt" sz="half" idx="10"/>
          </p:nvPr>
        </p:nvSpPr>
        <p:spPr/>
        <p:txBody>
          <a:bodyPr/>
          <a:lstStyle>
            <a:lvl1pPr>
              <a:defRPr/>
            </a:lvl1pPr>
          </a:lstStyle>
          <a:p>
            <a:pPr>
              <a:defRPr/>
            </a:pPr>
            <a:fld id="{9E38A2B6-21FF-E34E-BCB2-8DE0CC0BAE0B}" type="datetime1">
              <a:rPr lang="ko-KR" altLang="en-US" smtClean="0"/>
              <a:t>2026. 4. 27.</a:t>
            </a:fld>
            <a:endParaRPr lang="en-US"/>
          </a:p>
        </p:txBody>
      </p:sp>
      <p:sp>
        <p:nvSpPr>
          <p:cNvPr id="5" name="Footer Placeholder 4">
            <a:extLst>
              <a:ext uri="{FF2B5EF4-FFF2-40B4-BE49-F238E27FC236}">
                <a16:creationId xmlns:a16="http://schemas.microsoft.com/office/drawing/2014/main" id="{17808B03-747B-F80C-A361-E91C8687D3A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C91AB73-F36A-4B19-CC52-D34759E101D7}"/>
              </a:ext>
            </a:extLst>
          </p:cNvPr>
          <p:cNvSpPr>
            <a:spLocks noGrp="1"/>
          </p:cNvSpPr>
          <p:nvPr>
            <p:ph type="sldNum" sz="quarter" idx="12"/>
          </p:nvPr>
        </p:nvSpPr>
        <p:spPr/>
        <p:txBody>
          <a:bodyPr/>
          <a:lstStyle>
            <a:lvl1pPr>
              <a:defRPr/>
            </a:lvl1pPr>
          </a:lstStyle>
          <a:p>
            <a:fld id="{F4BB91B7-747A-2344-B9A3-EB4927C70F09}" type="slidenum">
              <a:rPr lang="en-US" altLang="ko-KR"/>
              <a:pPr/>
              <a:t>‹#›</a:t>
            </a:fld>
            <a:endParaRPr lang="en-US" altLang="ko-KR"/>
          </a:p>
        </p:txBody>
      </p:sp>
    </p:spTree>
    <p:extLst>
      <p:ext uri="{BB962C8B-B14F-4D97-AF65-F5344CB8AC3E}">
        <p14:creationId xmlns:p14="http://schemas.microsoft.com/office/powerpoint/2010/main" val="3688809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FDD87CC-C293-B545-0313-FB37943E366C}"/>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B43D41C-F30E-57D5-6986-9CA4DE7CC8FE}"/>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F1F0465-A356-3146-97FC-506505670F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781DC072-4254-4E4C-8A00-19925AF73734}" type="datetime1">
              <a:rPr lang="ko-KR" altLang="en-US" smtClean="0"/>
              <a:t>2026. 4. 27.</a:t>
            </a:fld>
            <a:endParaRPr lang="en-US"/>
          </a:p>
        </p:txBody>
      </p:sp>
      <p:sp>
        <p:nvSpPr>
          <p:cNvPr id="5" name="Footer Placeholder 4">
            <a:extLst>
              <a:ext uri="{FF2B5EF4-FFF2-40B4-BE49-F238E27FC236}">
                <a16:creationId xmlns:a16="http://schemas.microsoft.com/office/drawing/2014/main" id="{2E599830-1C81-C842-8020-CAEDF0BFB9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342E9693-BA7A-1A45-805A-564168A699C6}"/>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ea typeface="굴림" panose="020B0600000101010101" pitchFamily="34" charset="-127"/>
              </a:defRPr>
            </a:lvl1pPr>
          </a:lstStyle>
          <a:p>
            <a:fld id="{039A08C4-6FF8-7A41-97C0-F924F435A18B}" type="slidenum">
              <a:rPr lang="en-US" altLang="ko-KR"/>
              <a:pPr/>
              <a:t>‹#›</a:t>
            </a:fld>
            <a:endParaRPr lang="en-US" alt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mX9L8IuiwJA?feature=oembed"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Placeholder 7">
            <a:extLst>
              <a:ext uri="{FF2B5EF4-FFF2-40B4-BE49-F238E27FC236}">
                <a16:creationId xmlns:a16="http://schemas.microsoft.com/office/drawing/2014/main" id="{CAEA356E-67EF-904F-A492-5B4AE0483B05}"/>
              </a:ext>
            </a:extLst>
          </p:cNvPr>
          <p:cNvSpPr txBox="1">
            <a:spLocks/>
          </p:cNvSpPr>
          <p:nvPr/>
        </p:nvSpPr>
        <p:spPr>
          <a:xfrm>
            <a:off x="619125" y="2443163"/>
            <a:ext cx="10258672" cy="1350962"/>
          </a:xfrm>
          <a:prstGeom prst="rect">
            <a:avLst/>
          </a:prstGeom>
        </p:spPr>
        <p:txBody>
          <a:bodyPr anchor="b"/>
          <a:lstStyle>
            <a:lvl1pPr algn="l" defTabSz="914400" rtl="0" eaLnBrk="1" latinLnBrk="0" hangingPunct="1">
              <a:lnSpc>
                <a:spcPts val="4000"/>
              </a:lnSpc>
              <a:spcBef>
                <a:spcPct val="0"/>
              </a:spcBef>
              <a:buNone/>
              <a:defRPr sz="4800" b="1" i="0" kern="800" cap="all" normalizeH="0" baseline="0">
                <a:solidFill>
                  <a:schemeClr val="bg1"/>
                </a:solidFill>
                <a:latin typeface="Arial Black" charset="0"/>
                <a:ea typeface="Arial Black" charset="0"/>
                <a:cs typeface="Arial Black" charset="0"/>
              </a:defRPr>
            </a:lvl1pPr>
          </a:lstStyle>
          <a:p>
            <a:pPr fontAlgn="auto">
              <a:spcAft>
                <a:spcPts val="0"/>
              </a:spcAft>
              <a:defRPr/>
            </a:pPr>
            <a:r>
              <a:rPr lang="en-US" altLang="ko-KR" dirty="0">
                <a:solidFill>
                  <a:srgbClr val="BF5700"/>
                </a:solidFill>
              </a:rPr>
              <a:t>Observing satellite proximity Operation</a:t>
            </a:r>
          </a:p>
        </p:txBody>
      </p:sp>
      <p:cxnSp>
        <p:nvCxnSpPr>
          <p:cNvPr id="6" name="Straight Connector 5">
            <a:extLst>
              <a:ext uri="{FF2B5EF4-FFF2-40B4-BE49-F238E27FC236}">
                <a16:creationId xmlns:a16="http://schemas.microsoft.com/office/drawing/2014/main" id="{5A76653E-C333-564C-BEF6-6B38E0875F02}"/>
              </a:ext>
            </a:extLst>
          </p:cNvPr>
          <p:cNvCxnSpPr>
            <a:cxnSpLocks/>
          </p:cNvCxnSpPr>
          <p:nvPr/>
        </p:nvCxnSpPr>
        <p:spPr>
          <a:xfrm>
            <a:off x="711200" y="3894138"/>
            <a:ext cx="62992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316" name="TextBox 6">
            <a:extLst>
              <a:ext uri="{FF2B5EF4-FFF2-40B4-BE49-F238E27FC236}">
                <a16:creationId xmlns:a16="http://schemas.microsoft.com/office/drawing/2014/main" id="{85CBC454-1B83-9FE7-2206-E5FF48B20A78}"/>
              </a:ext>
            </a:extLst>
          </p:cNvPr>
          <p:cNvSpPr txBox="1">
            <a:spLocks noChangeArrowheads="1"/>
          </p:cNvSpPr>
          <p:nvPr/>
        </p:nvSpPr>
        <p:spPr bwMode="auto">
          <a:xfrm>
            <a:off x="619125" y="3894138"/>
            <a:ext cx="95996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dirty="0">
                <a:solidFill>
                  <a:srgbClr val="BF5700"/>
                </a:solidFill>
              </a:rPr>
              <a:t>Designing Observer Satellite’s Optimal Trajectory by </a:t>
            </a:r>
          </a:p>
          <a:p>
            <a:pPr eaLnBrk="1" hangingPunct="1">
              <a:lnSpc>
                <a:spcPct val="100000"/>
              </a:lnSpc>
              <a:spcBef>
                <a:spcPct val="0"/>
              </a:spcBef>
              <a:buFontTx/>
              <a:buNone/>
            </a:pPr>
            <a:r>
              <a:rPr lang="en-US" altLang="en-US" b="1" dirty="0">
                <a:solidFill>
                  <a:srgbClr val="BF5700"/>
                </a:solidFill>
              </a:rPr>
              <a:t>Second-Order MDP with Dynamic Programming</a:t>
            </a:r>
          </a:p>
        </p:txBody>
      </p:sp>
      <p:sp>
        <p:nvSpPr>
          <p:cNvPr id="13317" name="TextBox 7">
            <a:extLst>
              <a:ext uri="{FF2B5EF4-FFF2-40B4-BE49-F238E27FC236}">
                <a16:creationId xmlns:a16="http://schemas.microsoft.com/office/drawing/2014/main" id="{419FEDA5-71BE-3E28-26EB-C202B6881200}"/>
              </a:ext>
            </a:extLst>
          </p:cNvPr>
          <p:cNvSpPr txBox="1">
            <a:spLocks noChangeArrowheads="1"/>
          </p:cNvSpPr>
          <p:nvPr/>
        </p:nvSpPr>
        <p:spPr bwMode="auto">
          <a:xfrm>
            <a:off x="711200" y="2135188"/>
            <a:ext cx="2192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400" b="1" dirty="0">
                <a:solidFill>
                  <a:srgbClr val="BF5700"/>
                </a:solidFill>
                <a:latin typeface="Arial Black" panose="020B0604020202020204" pitchFamily="34" charset="0"/>
                <a:ea typeface="Arial Black" panose="020B0604020202020204" pitchFamily="34" charset="0"/>
                <a:cs typeface="Arial Black" panose="020B0604020202020204" pitchFamily="34" charset="0"/>
              </a:rPr>
              <a:t>Apr.</a:t>
            </a:r>
            <a:r>
              <a:rPr lang="en-US" altLang="ko-KR" sz="1400" b="1" dirty="0">
                <a:solidFill>
                  <a:srgbClr val="BF5700"/>
                </a:solidFill>
                <a:latin typeface="Arial Black" panose="020B0604020202020204" pitchFamily="34" charset="0"/>
                <a:ea typeface="Arial Black" panose="020B0604020202020204" pitchFamily="34" charset="0"/>
                <a:cs typeface="Arial Black" panose="020B0604020202020204" pitchFamily="34" charset="0"/>
              </a:rPr>
              <a:t>27</a:t>
            </a:r>
            <a:r>
              <a:rPr lang="en-US" altLang="en-US" sz="1400" b="1" dirty="0">
                <a:solidFill>
                  <a:srgbClr val="BF5700"/>
                </a:solidFill>
                <a:latin typeface="Arial Black" panose="020B0604020202020204" pitchFamily="34" charset="0"/>
                <a:ea typeface="Arial Black" panose="020B0604020202020204" pitchFamily="34" charset="0"/>
                <a:cs typeface="Arial Black" panose="020B0604020202020204" pitchFamily="34" charset="0"/>
              </a:rPr>
              <a:t>. 2026</a:t>
            </a:r>
          </a:p>
        </p:txBody>
      </p:sp>
      <p:sp>
        <p:nvSpPr>
          <p:cNvPr id="9" name="Rectangle 8">
            <a:extLst>
              <a:ext uri="{FF2B5EF4-FFF2-40B4-BE49-F238E27FC236}">
                <a16:creationId xmlns:a16="http://schemas.microsoft.com/office/drawing/2014/main" id="{37F7AA40-E624-384F-A9FD-A3A51FCE2DDF}"/>
              </a:ext>
            </a:extLst>
          </p:cNvPr>
          <p:cNvSpPr/>
          <p:nvPr/>
        </p:nvSpPr>
        <p:spPr>
          <a:xfrm>
            <a:off x="11887200" y="0"/>
            <a:ext cx="304800" cy="5588000"/>
          </a:xfrm>
          <a:prstGeom prst="rect">
            <a:avLst/>
          </a:prstGeom>
          <a:solidFill>
            <a:srgbClr val="EB8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0" name="Rectangle 9">
            <a:extLst>
              <a:ext uri="{FF2B5EF4-FFF2-40B4-BE49-F238E27FC236}">
                <a16:creationId xmlns:a16="http://schemas.microsoft.com/office/drawing/2014/main" id="{536598A2-8C9C-2F4F-8E30-F2735B9C82FE}"/>
              </a:ext>
            </a:extLst>
          </p:cNvPr>
          <p:cNvSpPr/>
          <p:nvPr/>
        </p:nvSpPr>
        <p:spPr>
          <a:xfrm>
            <a:off x="11887200" y="5588000"/>
            <a:ext cx="304800" cy="127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3320" name="TextBox 10">
            <a:extLst>
              <a:ext uri="{FF2B5EF4-FFF2-40B4-BE49-F238E27FC236}">
                <a16:creationId xmlns:a16="http://schemas.microsoft.com/office/drawing/2014/main" id="{061B74C3-36B5-14A2-FE66-CA1E2F893551}"/>
              </a:ext>
            </a:extLst>
          </p:cNvPr>
          <p:cNvSpPr txBox="1">
            <a:spLocks noChangeArrowheads="1"/>
          </p:cNvSpPr>
          <p:nvPr/>
        </p:nvSpPr>
        <p:spPr bwMode="auto">
          <a:xfrm>
            <a:off x="619125" y="6007100"/>
            <a:ext cx="54181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100" b="1" dirty="0" err="1">
                <a:solidFill>
                  <a:srgbClr val="BF5700"/>
                </a:solidFill>
                <a:latin typeface="Arial Black" panose="020B0604020202020204" pitchFamily="34" charset="0"/>
                <a:ea typeface="Arial Black" panose="020B0604020202020204" pitchFamily="34" charset="0"/>
                <a:cs typeface="Arial Black" panose="020B0604020202020204" pitchFamily="34" charset="0"/>
              </a:rPr>
              <a:t>Hongseok</a:t>
            </a:r>
            <a:r>
              <a:rPr lang="en-US" altLang="en-US" sz="1100" b="1" dirty="0">
                <a:solidFill>
                  <a:srgbClr val="BF5700"/>
                </a:solidFill>
                <a:latin typeface="Arial Black" panose="020B0604020202020204" pitchFamily="34" charset="0"/>
                <a:ea typeface="Arial Black" panose="020B0604020202020204" pitchFamily="34" charset="0"/>
                <a:cs typeface="Arial Black" panose="020B0604020202020204" pitchFamily="34" charset="0"/>
              </a:rPr>
              <a:t> Kim</a:t>
            </a:r>
          </a:p>
          <a:p>
            <a:pPr eaLnBrk="1" hangingPunct="1">
              <a:lnSpc>
                <a:spcPct val="100000"/>
              </a:lnSpc>
              <a:spcBef>
                <a:spcPct val="0"/>
              </a:spcBef>
              <a:buFontTx/>
              <a:buNone/>
            </a:pPr>
            <a:r>
              <a:rPr lang="en-US" altLang="en-US" sz="1100" dirty="0">
                <a:solidFill>
                  <a:srgbClr val="BF5700"/>
                </a:solidFill>
              </a:rPr>
              <a:t>Graduate Research Assistant, The University of Texas at Austin</a:t>
            </a:r>
          </a:p>
        </p:txBody>
      </p:sp>
      <p:pic>
        <p:nvPicPr>
          <p:cNvPr id="2" name="Picture Placeholder 8">
            <a:extLst>
              <a:ext uri="{FF2B5EF4-FFF2-40B4-BE49-F238E27FC236}">
                <a16:creationId xmlns:a16="http://schemas.microsoft.com/office/drawing/2014/main" id="{7454B9F9-9B36-5C3C-544D-5ED3142D3932}"/>
              </a:ext>
            </a:extLst>
          </p:cNvPr>
          <p:cNvPicPr>
            <a:picLocks noChangeAspect="1"/>
          </p:cNvPicPr>
          <p:nvPr/>
        </p:nvPicPr>
        <p:blipFill>
          <a:blip r:embed="rId2" cstate="email">
            <a:extLst>
              <a:ext uri="{28A0092B-C50C-407E-A947-70E740481C1C}">
                <a14:useLocalDpi xmlns:a14="http://schemas.microsoft.com/office/drawing/2010/main" val="0"/>
              </a:ext>
            </a:extLst>
          </a:blip>
          <a:srcRect l="3774" t="12067" r="38209" b="37395"/>
          <a:stretch/>
        </p:blipFill>
        <p:spPr>
          <a:xfrm>
            <a:off x="26852" y="0"/>
            <a:ext cx="4270483" cy="13509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E5AD5DFA-07E0-AE2E-E244-94829FB0B452}"/>
              </a:ext>
            </a:extLst>
          </p:cNvPr>
          <p:cNvSpPr>
            <a:spLocks noGrp="1"/>
          </p:cNvSpPr>
          <p:nvPr>
            <p:ph type="sldNum" sz="quarter" idx="12"/>
          </p:nvPr>
        </p:nvSpPr>
        <p:spPr/>
        <p:txBody>
          <a:bodyPr/>
          <a:lstStyle/>
          <a:p>
            <a:fld id="{DD7BFE16-0181-744A-9D9D-D87AFEC7100D}" type="slidenum">
              <a:rPr lang="en-US" altLang="ko-KR" smtClean="0"/>
              <a:pPr/>
              <a:t>2</a:t>
            </a:fld>
            <a:endParaRPr lang="en-US" altLang="ko-KR" dirty="0"/>
          </a:p>
        </p:txBody>
      </p:sp>
      <p:pic>
        <p:nvPicPr>
          <p:cNvPr id="5" name="온라인 미디어 4" descr="Sky Fighters - Into The Fire">
            <a:hlinkClick r:id="" action="ppaction://media"/>
            <a:extLst>
              <a:ext uri="{FF2B5EF4-FFF2-40B4-BE49-F238E27FC236}">
                <a16:creationId xmlns:a16="http://schemas.microsoft.com/office/drawing/2014/main" id="{646830E9-94CF-69A4-B681-E3D1044AC9BB}"/>
              </a:ext>
            </a:extLst>
          </p:cNvPr>
          <p:cNvPicPr>
            <a:picLocks noRot="1" noChangeAspect="1"/>
          </p:cNvPicPr>
          <p:nvPr>
            <a:videoFile r:link="rId1"/>
          </p:nvPr>
        </p:nvPicPr>
        <p:blipFill>
          <a:blip r:embed="rId3"/>
          <a:stretch>
            <a:fillRect/>
          </a:stretch>
        </p:blipFill>
        <p:spPr>
          <a:xfrm>
            <a:off x="0" y="0"/>
            <a:ext cx="12192000" cy="6888480"/>
          </a:xfrm>
          <a:prstGeom prst="rect">
            <a:avLst/>
          </a:prstGeom>
        </p:spPr>
      </p:pic>
    </p:spTree>
    <p:extLst>
      <p:ext uri="{BB962C8B-B14F-4D97-AF65-F5344CB8AC3E}">
        <p14:creationId xmlns:p14="http://schemas.microsoft.com/office/powerpoint/2010/main" val="703546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2ED3D3-8CAA-8040-BA0F-89FF3DBEE811}"/>
              </a:ext>
            </a:extLst>
          </p:cNvPr>
          <p:cNvSpPr>
            <a:spLocks noGrp="1"/>
          </p:cNvSpPr>
          <p:nvPr>
            <p:ph type="title"/>
          </p:nvPr>
        </p:nvSpPr>
        <p:spPr/>
        <p:txBody>
          <a:bodyPr/>
          <a:lstStyle/>
          <a:p>
            <a:r>
              <a:rPr kumimoji="1" lang="en-US" altLang="ko-KR" dirty="0"/>
              <a:t>Les Chevaliers du </a:t>
            </a:r>
            <a:r>
              <a:rPr kumimoji="1" lang="en-US" altLang="ko-KR" dirty="0" err="1"/>
              <a:t>ciel</a:t>
            </a:r>
            <a:r>
              <a:rPr kumimoji="1" lang="en-US" altLang="ko-KR" dirty="0"/>
              <a:t> </a:t>
            </a:r>
            <a:endParaRPr kumimoji="1" lang="ko-KR" altLang="en-US" dirty="0"/>
          </a:p>
        </p:txBody>
      </p:sp>
      <p:sp>
        <p:nvSpPr>
          <p:cNvPr id="4" name="슬라이드 번호 개체 틀 3">
            <a:extLst>
              <a:ext uri="{FF2B5EF4-FFF2-40B4-BE49-F238E27FC236}">
                <a16:creationId xmlns:a16="http://schemas.microsoft.com/office/drawing/2014/main" id="{990A617D-2602-3930-855E-7288CC080E4A}"/>
              </a:ext>
            </a:extLst>
          </p:cNvPr>
          <p:cNvSpPr>
            <a:spLocks noGrp="1"/>
          </p:cNvSpPr>
          <p:nvPr>
            <p:ph type="sldNum" sz="quarter" idx="12"/>
          </p:nvPr>
        </p:nvSpPr>
        <p:spPr>
          <a:xfrm>
            <a:off x="9677400" y="6492875"/>
            <a:ext cx="2514600" cy="365125"/>
          </a:xfrm>
        </p:spPr>
        <p:txBody>
          <a:bodyPr/>
          <a:lstStyle/>
          <a:p>
            <a:fld id="{DD7BFE16-0181-744A-9D9D-D87AFEC7100D}" type="slidenum">
              <a:rPr lang="en-US" altLang="ko-KR" smtClean="0"/>
              <a:pPr/>
              <a:t>3</a:t>
            </a:fld>
            <a:r>
              <a:rPr lang="en-US" altLang="ko-KR" dirty="0"/>
              <a:t>/24</a:t>
            </a:r>
          </a:p>
        </p:txBody>
      </p:sp>
      <p:pic>
        <p:nvPicPr>
          <p:cNvPr id="1028" name="Picture 4">
            <a:extLst>
              <a:ext uri="{FF2B5EF4-FFF2-40B4-BE49-F238E27FC236}">
                <a16:creationId xmlns:a16="http://schemas.microsoft.com/office/drawing/2014/main" id="{62993E6B-D8D4-3775-1FE9-75217A638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195" y="1426428"/>
            <a:ext cx="3658644" cy="496112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B6CC9DD-33B0-A3F1-FA07-6FE8BA1EB4C7}"/>
              </a:ext>
            </a:extLst>
          </p:cNvPr>
          <p:cNvSpPr txBox="1"/>
          <p:nvPr/>
        </p:nvSpPr>
        <p:spPr>
          <a:xfrm>
            <a:off x="4988331" y="1714663"/>
            <a:ext cx="6859112" cy="3693319"/>
          </a:xfrm>
          <a:prstGeom prst="rect">
            <a:avLst/>
          </a:prstGeom>
          <a:noFill/>
        </p:spPr>
        <p:txBody>
          <a:bodyPr wrap="square">
            <a:spAutoFit/>
          </a:bodyPr>
          <a:lstStyle/>
          <a:p>
            <a:r>
              <a:rPr lang="en" altLang="ko-KR" dirty="0">
                <a:latin typeface="Arial" panose="020B0604020202020204" pitchFamily="34" charset="0"/>
                <a:cs typeface="Arial" panose="020B0604020202020204" pitchFamily="34" charset="0"/>
              </a:rPr>
              <a:t>Les Chevaliers du Ciel (Sky fighters) was filmed in co-operation with the French Air Force. Initially the standard safety rules applied, but eventually the minimum allowed altitude was reduced to 3 m (10 ft) and the minimum distance between aircraft was reduced to 1 m (3 ft). </a:t>
            </a:r>
          </a:p>
          <a:p>
            <a:endParaRPr lang="en" altLang="ko-KR" dirty="0">
              <a:latin typeface="Arial" panose="020B0604020202020204" pitchFamily="34" charset="0"/>
              <a:cs typeface="Arial" panose="020B0604020202020204" pitchFamily="34" charset="0"/>
            </a:endParaRPr>
          </a:p>
          <a:p>
            <a:endParaRPr lang="en" altLang="ko-KR" dirty="0">
              <a:latin typeface="Arial" panose="020B0604020202020204" pitchFamily="34" charset="0"/>
              <a:cs typeface="Arial" panose="020B0604020202020204" pitchFamily="34" charset="0"/>
            </a:endParaRPr>
          </a:p>
          <a:p>
            <a:r>
              <a:rPr lang="en" altLang="ko-KR" dirty="0">
                <a:latin typeface="Arial" panose="020B0604020202020204" pitchFamily="34" charset="0"/>
                <a:cs typeface="Arial" panose="020B0604020202020204" pitchFamily="34" charset="0"/>
              </a:rPr>
              <a:t>The filming of these flight sequences were mainly done from the air by Eric Magnan. To achieve this, one of the Mirage's external fuel tanks was modified to fit multiple cameras.</a:t>
            </a:r>
          </a:p>
          <a:p>
            <a:endParaRPr lang="en" altLang="ko-KR" dirty="0">
              <a:latin typeface="Arial" panose="020B0604020202020204" pitchFamily="34" charset="0"/>
              <a:cs typeface="Arial" panose="020B0604020202020204" pitchFamily="34" charset="0"/>
            </a:endParaRPr>
          </a:p>
          <a:p>
            <a:r>
              <a:rPr lang="en" altLang="ko-KR" dirty="0">
                <a:latin typeface="Arial" panose="020B0604020202020204" pitchFamily="34" charset="0"/>
                <a:cs typeface="Arial" panose="020B0604020202020204" pitchFamily="34" charset="0"/>
              </a:rPr>
              <a:t> A HD camera was considered for this purpose, but it did not fit in the fuel pod. Tracking shots were done from a hired Lear Jet. </a:t>
            </a:r>
            <a:endParaRPr lang="ko-KR"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6883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354F6-DE68-AFC3-D608-BFDDB846A717}"/>
            </a:ext>
          </a:extLst>
        </p:cNvPr>
        <p:cNvGrpSpPr/>
        <p:nvPr/>
      </p:nvGrpSpPr>
      <p:grpSpPr>
        <a:xfrm>
          <a:off x="0" y="0"/>
          <a:ext cx="0" cy="0"/>
          <a:chOff x="0" y="0"/>
          <a:chExt cx="0" cy="0"/>
        </a:xfrm>
      </p:grpSpPr>
      <p:sp>
        <p:nvSpPr>
          <p:cNvPr id="8" name="자유형 7">
            <a:extLst>
              <a:ext uri="{FF2B5EF4-FFF2-40B4-BE49-F238E27FC236}">
                <a16:creationId xmlns:a16="http://schemas.microsoft.com/office/drawing/2014/main" id="{4E7CB633-2D4F-9C9B-A4B1-7C0B406C9663}"/>
              </a:ext>
            </a:extLst>
          </p:cNvPr>
          <p:cNvSpPr/>
          <p:nvPr/>
        </p:nvSpPr>
        <p:spPr>
          <a:xfrm>
            <a:off x="2276742" y="1887199"/>
            <a:ext cx="7778663" cy="1084588"/>
          </a:xfrm>
          <a:custGeom>
            <a:avLst/>
            <a:gdLst>
              <a:gd name="connsiteX0" fmla="*/ 0 w 7778663"/>
              <a:gd name="connsiteY0" fmla="*/ 256043 h 1084588"/>
              <a:gd name="connsiteX1" fmla="*/ 2292263 w 7778663"/>
              <a:gd name="connsiteY1" fmla="*/ 1082761 h 1084588"/>
              <a:gd name="connsiteX2" fmla="*/ 4672208 w 7778663"/>
              <a:gd name="connsiteY2" fmla="*/ 55627 h 1084588"/>
              <a:gd name="connsiteX3" fmla="*/ 7778663 w 7778663"/>
              <a:gd name="connsiteY3" fmla="*/ 143309 h 1084588"/>
            </a:gdLst>
            <a:ahLst/>
            <a:cxnLst>
              <a:cxn ang="0">
                <a:pos x="connsiteX0" y="connsiteY0"/>
              </a:cxn>
              <a:cxn ang="0">
                <a:pos x="connsiteX1" y="connsiteY1"/>
              </a:cxn>
              <a:cxn ang="0">
                <a:pos x="connsiteX2" y="connsiteY2"/>
              </a:cxn>
              <a:cxn ang="0">
                <a:pos x="connsiteX3" y="connsiteY3"/>
              </a:cxn>
            </a:cxnLst>
            <a:rect l="l" t="t" r="r" b="b"/>
            <a:pathLst>
              <a:path w="7778663" h="1084588">
                <a:moveTo>
                  <a:pt x="0" y="256043"/>
                </a:moveTo>
                <a:cubicBezTo>
                  <a:pt x="756781" y="686103"/>
                  <a:pt x="1513562" y="1116164"/>
                  <a:pt x="2292263" y="1082761"/>
                </a:cubicBezTo>
                <a:cubicBezTo>
                  <a:pt x="3070964" y="1049358"/>
                  <a:pt x="3757808" y="212202"/>
                  <a:pt x="4672208" y="55627"/>
                </a:cubicBezTo>
                <a:cubicBezTo>
                  <a:pt x="5586608" y="-100948"/>
                  <a:pt x="7252570" y="120345"/>
                  <a:pt x="7778663" y="143309"/>
                </a:cubicBezTo>
              </a:path>
            </a:pathLst>
          </a:custGeom>
          <a:noFill/>
          <a:ln w="38100">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2" name="제목 1">
            <a:extLst>
              <a:ext uri="{FF2B5EF4-FFF2-40B4-BE49-F238E27FC236}">
                <a16:creationId xmlns:a16="http://schemas.microsoft.com/office/drawing/2014/main" id="{97F392F3-0541-FCE8-7BC5-C1AC6389AD38}"/>
              </a:ext>
            </a:extLst>
          </p:cNvPr>
          <p:cNvSpPr>
            <a:spLocks noGrp="1"/>
          </p:cNvSpPr>
          <p:nvPr>
            <p:ph type="title"/>
          </p:nvPr>
        </p:nvSpPr>
        <p:spPr/>
        <p:txBody>
          <a:bodyPr/>
          <a:lstStyle/>
          <a:p>
            <a:r>
              <a:rPr kumimoji="1" lang="en-US" altLang="ko-KR" dirty="0"/>
              <a:t>Problem Statement</a:t>
            </a:r>
            <a:endParaRPr kumimoji="1" lang="ko-KR" altLang="en-US" dirty="0"/>
          </a:p>
        </p:txBody>
      </p:sp>
      <p:sp>
        <p:nvSpPr>
          <p:cNvPr id="4" name="슬라이드 번호 개체 틀 3">
            <a:extLst>
              <a:ext uri="{FF2B5EF4-FFF2-40B4-BE49-F238E27FC236}">
                <a16:creationId xmlns:a16="http://schemas.microsoft.com/office/drawing/2014/main" id="{F7D82B4B-A34D-79ED-7A4F-5454B74B4252}"/>
              </a:ext>
            </a:extLst>
          </p:cNvPr>
          <p:cNvSpPr>
            <a:spLocks noGrp="1"/>
          </p:cNvSpPr>
          <p:nvPr>
            <p:ph type="sldNum" sz="quarter" idx="12"/>
          </p:nvPr>
        </p:nvSpPr>
        <p:spPr>
          <a:xfrm>
            <a:off x="9677400" y="6492875"/>
            <a:ext cx="2514600" cy="365125"/>
          </a:xfrm>
        </p:spPr>
        <p:txBody>
          <a:bodyPr/>
          <a:lstStyle/>
          <a:p>
            <a:fld id="{DD7BFE16-0181-744A-9D9D-D87AFEC7100D}" type="slidenum">
              <a:rPr lang="en-US" altLang="ko-KR" smtClean="0"/>
              <a:pPr/>
              <a:t>4</a:t>
            </a:fld>
            <a:r>
              <a:rPr lang="en-US" altLang="ko-KR" dirty="0"/>
              <a:t>/24</a:t>
            </a:r>
          </a:p>
        </p:txBody>
      </p:sp>
      <p:pic>
        <p:nvPicPr>
          <p:cNvPr id="3" name="그림 2" descr="교통, 위성, 우주선, 우주이(가) 표시된 사진&#10;&#10;AI가 생성한 콘텐츠는 부정확할 수 있습니다.">
            <a:extLst>
              <a:ext uri="{FF2B5EF4-FFF2-40B4-BE49-F238E27FC236}">
                <a16:creationId xmlns:a16="http://schemas.microsoft.com/office/drawing/2014/main" id="{8E35DFD7-B713-BCF6-E510-3E4B46028F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7996364">
            <a:off x="1753126" y="1915676"/>
            <a:ext cx="1036578" cy="492374"/>
          </a:xfrm>
          <a:prstGeom prst="rect">
            <a:avLst/>
          </a:prstGeom>
        </p:spPr>
      </p:pic>
      <p:pic>
        <p:nvPicPr>
          <p:cNvPr id="5" name="그림 4" descr="교통, 위성, 우주선, 우주이(가) 표시된 사진&#10;&#10;AI가 생성한 콘텐츠는 부정확할 수 있습니다.">
            <a:extLst>
              <a:ext uri="{FF2B5EF4-FFF2-40B4-BE49-F238E27FC236}">
                <a16:creationId xmlns:a16="http://schemas.microsoft.com/office/drawing/2014/main" id="{290D5A72-290E-94D6-DFEE-F93D994A56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7996364">
            <a:off x="4093050" y="2719704"/>
            <a:ext cx="1036578" cy="492374"/>
          </a:xfrm>
          <a:prstGeom prst="rect">
            <a:avLst/>
          </a:prstGeom>
        </p:spPr>
      </p:pic>
      <p:pic>
        <p:nvPicPr>
          <p:cNvPr id="6" name="그림 5" descr="교통, 위성, 우주선, 우주이(가) 표시된 사진&#10;&#10;AI가 생성한 콘텐츠는 부정확할 수 있습니다.">
            <a:extLst>
              <a:ext uri="{FF2B5EF4-FFF2-40B4-BE49-F238E27FC236}">
                <a16:creationId xmlns:a16="http://schemas.microsoft.com/office/drawing/2014/main" id="{1621E405-5A1F-D209-2DBA-FACB1A0BE9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7996364">
            <a:off x="6406323" y="1646909"/>
            <a:ext cx="1036578" cy="492374"/>
          </a:xfrm>
          <a:prstGeom prst="rect">
            <a:avLst/>
          </a:prstGeom>
        </p:spPr>
      </p:pic>
      <p:pic>
        <p:nvPicPr>
          <p:cNvPr id="7" name="그림 6" descr="교통, 위성, 우주선, 우주이(가) 표시된 사진&#10;&#10;AI가 생성한 콘텐츠는 부정확할 수 있습니다.">
            <a:extLst>
              <a:ext uri="{FF2B5EF4-FFF2-40B4-BE49-F238E27FC236}">
                <a16:creationId xmlns:a16="http://schemas.microsoft.com/office/drawing/2014/main" id="{BD9B70CB-6376-DC90-2B77-A47A66E566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7996364">
            <a:off x="8402631" y="1720063"/>
            <a:ext cx="1036578" cy="492374"/>
          </a:xfrm>
          <a:prstGeom prst="rect">
            <a:avLst/>
          </a:prstGeom>
        </p:spPr>
      </p:pic>
      <p:pic>
        <p:nvPicPr>
          <p:cNvPr id="9" name="그림 8" descr="교통, 위성, 우주선, 우주이(가) 표시된 사진&#10;&#10;AI가 생성한 콘텐츠는 부정확할 수 있습니다.">
            <a:extLst>
              <a:ext uri="{FF2B5EF4-FFF2-40B4-BE49-F238E27FC236}">
                <a16:creationId xmlns:a16="http://schemas.microsoft.com/office/drawing/2014/main" id="{E875B694-4486-7357-2352-297A55A65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481907">
            <a:off x="414655" y="3477157"/>
            <a:ext cx="1036578" cy="492374"/>
          </a:xfrm>
          <a:prstGeom prst="rect">
            <a:avLst/>
          </a:prstGeom>
        </p:spPr>
      </p:pic>
      <p:sp>
        <p:nvSpPr>
          <p:cNvPr id="11" name="자유형 10">
            <a:extLst>
              <a:ext uri="{FF2B5EF4-FFF2-40B4-BE49-F238E27FC236}">
                <a16:creationId xmlns:a16="http://schemas.microsoft.com/office/drawing/2014/main" id="{15BC1845-44AD-99BB-ED18-3E588E43B398}"/>
              </a:ext>
            </a:extLst>
          </p:cNvPr>
          <p:cNvSpPr/>
          <p:nvPr/>
        </p:nvSpPr>
        <p:spPr>
          <a:xfrm>
            <a:off x="1103243" y="2464904"/>
            <a:ext cx="9959009" cy="1730399"/>
          </a:xfrm>
          <a:custGeom>
            <a:avLst/>
            <a:gdLst>
              <a:gd name="connsiteX0" fmla="*/ 0 w 9959009"/>
              <a:gd name="connsiteY0" fmla="*/ 1192696 h 1730399"/>
              <a:gd name="connsiteX1" fmla="*/ 2027583 w 9959009"/>
              <a:gd name="connsiteY1" fmla="*/ 1103244 h 1730399"/>
              <a:gd name="connsiteX2" fmla="*/ 5406887 w 9959009"/>
              <a:gd name="connsiteY2" fmla="*/ 1699592 h 1730399"/>
              <a:gd name="connsiteX3" fmla="*/ 9959009 w 9959009"/>
              <a:gd name="connsiteY3" fmla="*/ 0 h 1730399"/>
            </a:gdLst>
            <a:ahLst/>
            <a:cxnLst>
              <a:cxn ang="0">
                <a:pos x="connsiteX0" y="connsiteY0"/>
              </a:cxn>
              <a:cxn ang="0">
                <a:pos x="connsiteX1" y="connsiteY1"/>
              </a:cxn>
              <a:cxn ang="0">
                <a:pos x="connsiteX2" y="connsiteY2"/>
              </a:cxn>
              <a:cxn ang="0">
                <a:pos x="connsiteX3" y="connsiteY3"/>
              </a:cxn>
            </a:cxnLst>
            <a:rect l="l" t="t" r="r" b="b"/>
            <a:pathLst>
              <a:path w="9959009" h="1730399">
                <a:moveTo>
                  <a:pt x="0" y="1192696"/>
                </a:moveTo>
                <a:cubicBezTo>
                  <a:pt x="563217" y="1105728"/>
                  <a:pt x="1126435" y="1018761"/>
                  <a:pt x="2027583" y="1103244"/>
                </a:cubicBezTo>
                <a:cubicBezTo>
                  <a:pt x="2928731" y="1187727"/>
                  <a:pt x="4084983" y="1883466"/>
                  <a:pt x="5406887" y="1699592"/>
                </a:cubicBezTo>
                <a:cubicBezTo>
                  <a:pt x="6728791" y="1515718"/>
                  <a:pt x="8343900" y="757859"/>
                  <a:pt x="9959009" y="0"/>
                </a:cubicBezTo>
              </a:path>
            </a:pathLst>
          </a:custGeom>
          <a:noFill/>
          <a:ln w="38100">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14" name="그림 13" descr="교통, 위성, 우주선, 우주이(가) 표시된 사진&#10;&#10;AI가 생성한 콘텐츠는 부정확할 수 있습니다.">
            <a:extLst>
              <a:ext uri="{FF2B5EF4-FFF2-40B4-BE49-F238E27FC236}">
                <a16:creationId xmlns:a16="http://schemas.microsoft.com/office/drawing/2014/main" id="{8C0EF293-3CC1-F510-0010-6A3FBE4935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481907">
            <a:off x="2756450" y="3337673"/>
            <a:ext cx="1036578" cy="492374"/>
          </a:xfrm>
          <a:prstGeom prst="rect">
            <a:avLst/>
          </a:prstGeom>
        </p:spPr>
      </p:pic>
      <p:pic>
        <p:nvPicPr>
          <p:cNvPr id="15" name="그림 14" descr="교통, 위성, 우주선, 우주이(가) 표시된 사진&#10;&#10;AI가 생성한 콘텐츠는 부정확할 수 있습니다.">
            <a:extLst>
              <a:ext uri="{FF2B5EF4-FFF2-40B4-BE49-F238E27FC236}">
                <a16:creationId xmlns:a16="http://schemas.microsoft.com/office/drawing/2014/main" id="{0C874442-2F06-0FAF-CFDD-C54F399FA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481907">
            <a:off x="6073577" y="3949117"/>
            <a:ext cx="1036578" cy="492374"/>
          </a:xfrm>
          <a:prstGeom prst="rect">
            <a:avLst/>
          </a:prstGeom>
        </p:spPr>
      </p:pic>
      <p:pic>
        <p:nvPicPr>
          <p:cNvPr id="16" name="그림 15" descr="교통, 위성, 우주선, 우주이(가) 표시된 사진&#10;&#10;AI가 생성한 콘텐츠는 부정확할 수 있습니다.">
            <a:extLst>
              <a:ext uri="{FF2B5EF4-FFF2-40B4-BE49-F238E27FC236}">
                <a16:creationId xmlns:a16="http://schemas.microsoft.com/office/drawing/2014/main" id="{288CBC00-68A3-2B6A-538A-1C4D5234B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481907">
            <a:off x="8005081" y="3444780"/>
            <a:ext cx="1036578" cy="492374"/>
          </a:xfrm>
          <a:prstGeom prst="rect">
            <a:avLst/>
          </a:prstGeom>
        </p:spPr>
      </p:pic>
      <p:sp>
        <p:nvSpPr>
          <p:cNvPr id="21" name="자유형 20">
            <a:extLst>
              <a:ext uri="{FF2B5EF4-FFF2-40B4-BE49-F238E27FC236}">
                <a16:creationId xmlns:a16="http://schemas.microsoft.com/office/drawing/2014/main" id="{C927ECB5-7DC1-9066-5A8E-70CCAC8C778F}"/>
              </a:ext>
            </a:extLst>
          </p:cNvPr>
          <p:cNvSpPr/>
          <p:nvPr/>
        </p:nvSpPr>
        <p:spPr>
          <a:xfrm>
            <a:off x="745435" y="5097568"/>
            <a:ext cx="11330608" cy="1018376"/>
          </a:xfrm>
          <a:custGeom>
            <a:avLst/>
            <a:gdLst>
              <a:gd name="connsiteX0" fmla="*/ 0 w 11330608"/>
              <a:gd name="connsiteY0" fmla="*/ 895728 h 1018376"/>
              <a:gd name="connsiteX1" fmla="*/ 2574235 w 11330608"/>
              <a:gd name="connsiteY1" fmla="*/ 995119 h 1018376"/>
              <a:gd name="connsiteX2" fmla="*/ 6162261 w 11330608"/>
              <a:gd name="connsiteY2" fmla="*/ 508102 h 1018376"/>
              <a:gd name="connsiteX3" fmla="*/ 8994913 w 11330608"/>
              <a:gd name="connsiteY3" fmla="*/ 1206 h 1018376"/>
              <a:gd name="connsiteX4" fmla="*/ 11330608 w 11330608"/>
              <a:gd name="connsiteY4" fmla="*/ 368954 h 1018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30608" h="1018376">
                <a:moveTo>
                  <a:pt x="0" y="895728"/>
                </a:moveTo>
                <a:cubicBezTo>
                  <a:pt x="773596" y="977725"/>
                  <a:pt x="1547192" y="1059723"/>
                  <a:pt x="2574235" y="995119"/>
                </a:cubicBezTo>
                <a:cubicBezTo>
                  <a:pt x="3601278" y="930515"/>
                  <a:pt x="5092148" y="673754"/>
                  <a:pt x="6162261" y="508102"/>
                </a:cubicBezTo>
                <a:cubicBezTo>
                  <a:pt x="7232374" y="342450"/>
                  <a:pt x="8133522" y="24397"/>
                  <a:pt x="8994913" y="1206"/>
                </a:cubicBezTo>
                <a:cubicBezTo>
                  <a:pt x="9856304" y="-21985"/>
                  <a:pt x="11063908" y="296067"/>
                  <a:pt x="11330608" y="368954"/>
                </a:cubicBezTo>
              </a:path>
            </a:pathLst>
          </a:custGeom>
          <a:noFill/>
          <a:ln w="38100">
            <a:solidFill>
              <a:srgbClr val="C0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17" name="그림 16" descr="교통, 위성, 우주선, 우주이(가) 표시된 사진&#10;&#10;AI가 생성한 콘텐츠는 부정확할 수 있습니다.">
            <a:extLst>
              <a:ext uri="{FF2B5EF4-FFF2-40B4-BE49-F238E27FC236}">
                <a16:creationId xmlns:a16="http://schemas.microsoft.com/office/drawing/2014/main" id="{FEAB17C1-1D7F-516B-3CFA-346E02455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4585404">
            <a:off x="126840" y="5709974"/>
            <a:ext cx="1036578" cy="492374"/>
          </a:xfrm>
          <a:prstGeom prst="rect">
            <a:avLst/>
          </a:prstGeom>
        </p:spPr>
      </p:pic>
      <p:pic>
        <p:nvPicPr>
          <p:cNvPr id="18" name="그림 17" descr="교통, 위성, 우주선, 우주이(가) 표시된 사진&#10;&#10;AI가 생성한 콘텐츠는 부정확할 수 있습니다.">
            <a:extLst>
              <a:ext uri="{FF2B5EF4-FFF2-40B4-BE49-F238E27FC236}">
                <a16:creationId xmlns:a16="http://schemas.microsoft.com/office/drawing/2014/main" id="{C6F32870-B8AC-51E2-53FC-B6B39DC33B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3222478">
            <a:off x="2756449" y="5748266"/>
            <a:ext cx="1036578" cy="492374"/>
          </a:xfrm>
          <a:prstGeom prst="rect">
            <a:avLst/>
          </a:prstGeom>
        </p:spPr>
      </p:pic>
      <p:pic>
        <p:nvPicPr>
          <p:cNvPr id="19" name="그림 18" descr="교통, 위성, 우주선, 우주이(가) 표시된 사진&#10;&#10;AI가 생성한 콘텐츠는 부정확할 수 있습니다.">
            <a:extLst>
              <a:ext uri="{FF2B5EF4-FFF2-40B4-BE49-F238E27FC236}">
                <a16:creationId xmlns:a16="http://schemas.microsoft.com/office/drawing/2014/main" id="{5A7F8ACC-5989-6C37-05F1-D02E0320BE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1904429">
            <a:off x="6406322" y="5290710"/>
            <a:ext cx="1036578" cy="492374"/>
          </a:xfrm>
          <a:prstGeom prst="rect">
            <a:avLst/>
          </a:prstGeom>
        </p:spPr>
      </p:pic>
      <p:pic>
        <p:nvPicPr>
          <p:cNvPr id="20" name="그림 19" descr="교통, 위성, 우주선, 우주이(가) 표시된 사진&#10;&#10;AI가 생성한 콘텐츠는 부정확할 수 있습니다.">
            <a:extLst>
              <a:ext uri="{FF2B5EF4-FFF2-40B4-BE49-F238E27FC236}">
                <a16:creationId xmlns:a16="http://schemas.microsoft.com/office/drawing/2014/main" id="{38E28720-48AB-9BC6-9DB0-A72CB8C2D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185585">
            <a:off x="9159110" y="4824152"/>
            <a:ext cx="1036578" cy="492374"/>
          </a:xfrm>
          <a:prstGeom prst="rect">
            <a:avLst/>
          </a:prstGeom>
        </p:spPr>
      </p:pic>
      <p:sp>
        <p:nvSpPr>
          <p:cNvPr id="24" name="삼각형 23">
            <a:extLst>
              <a:ext uri="{FF2B5EF4-FFF2-40B4-BE49-F238E27FC236}">
                <a16:creationId xmlns:a16="http://schemas.microsoft.com/office/drawing/2014/main" id="{2FBF36E4-0546-37BF-3AD0-BFF9DAD1EE2F}"/>
              </a:ext>
            </a:extLst>
          </p:cNvPr>
          <p:cNvSpPr/>
          <p:nvPr/>
        </p:nvSpPr>
        <p:spPr>
          <a:xfrm rot="11545367">
            <a:off x="538148" y="1420838"/>
            <a:ext cx="1864672" cy="4605011"/>
          </a:xfrm>
          <a:prstGeom prst="triangle">
            <a:avLst>
              <a:gd name="adj" fmla="val 70314"/>
            </a:avLst>
          </a:prstGeom>
          <a:solidFill>
            <a:srgbClr val="C00000">
              <a:alpha val="891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dirty="0"/>
          </a:p>
        </p:txBody>
      </p:sp>
      <p:sp>
        <p:nvSpPr>
          <p:cNvPr id="25" name="삼각형 24">
            <a:extLst>
              <a:ext uri="{FF2B5EF4-FFF2-40B4-BE49-F238E27FC236}">
                <a16:creationId xmlns:a16="http://schemas.microsoft.com/office/drawing/2014/main" id="{891231FC-C761-F6EB-F8D7-9D5480324511}"/>
              </a:ext>
            </a:extLst>
          </p:cNvPr>
          <p:cNvSpPr/>
          <p:nvPr/>
        </p:nvSpPr>
        <p:spPr>
          <a:xfrm rot="11275655">
            <a:off x="2726317" y="2475527"/>
            <a:ext cx="2582018" cy="3504305"/>
          </a:xfrm>
          <a:prstGeom prst="triangle">
            <a:avLst>
              <a:gd name="adj" fmla="val 70314"/>
            </a:avLst>
          </a:prstGeom>
          <a:solidFill>
            <a:srgbClr val="C00000">
              <a:alpha val="891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dirty="0"/>
          </a:p>
        </p:txBody>
      </p:sp>
      <p:sp>
        <p:nvSpPr>
          <p:cNvPr id="26" name="삼각형 25">
            <a:extLst>
              <a:ext uri="{FF2B5EF4-FFF2-40B4-BE49-F238E27FC236}">
                <a16:creationId xmlns:a16="http://schemas.microsoft.com/office/drawing/2014/main" id="{73FB9468-1515-A7D1-D0A5-8FEA1F554D0F}"/>
              </a:ext>
            </a:extLst>
          </p:cNvPr>
          <p:cNvSpPr/>
          <p:nvPr/>
        </p:nvSpPr>
        <p:spPr>
          <a:xfrm rot="10338012">
            <a:off x="5783791" y="1785732"/>
            <a:ext cx="2582018" cy="3504305"/>
          </a:xfrm>
          <a:prstGeom prst="triangle">
            <a:avLst>
              <a:gd name="adj" fmla="val 70314"/>
            </a:avLst>
          </a:prstGeom>
          <a:solidFill>
            <a:srgbClr val="C00000">
              <a:alpha val="891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dirty="0"/>
          </a:p>
        </p:txBody>
      </p:sp>
      <p:sp>
        <p:nvSpPr>
          <p:cNvPr id="27" name="삼각형 26">
            <a:extLst>
              <a:ext uri="{FF2B5EF4-FFF2-40B4-BE49-F238E27FC236}">
                <a16:creationId xmlns:a16="http://schemas.microsoft.com/office/drawing/2014/main" id="{61267638-BA6F-305C-60C4-DE04FBEEB0B6}"/>
              </a:ext>
            </a:extLst>
          </p:cNvPr>
          <p:cNvSpPr/>
          <p:nvPr/>
        </p:nvSpPr>
        <p:spPr>
          <a:xfrm rot="8835381">
            <a:off x="7760685" y="1575364"/>
            <a:ext cx="2582018" cy="3504305"/>
          </a:xfrm>
          <a:prstGeom prst="triangle">
            <a:avLst>
              <a:gd name="adj" fmla="val 70314"/>
            </a:avLst>
          </a:prstGeom>
          <a:solidFill>
            <a:srgbClr val="C00000">
              <a:alpha val="891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dirty="0"/>
          </a:p>
        </p:txBody>
      </p:sp>
      <p:sp>
        <p:nvSpPr>
          <p:cNvPr id="12" name="TextBox 11">
            <a:extLst>
              <a:ext uri="{FF2B5EF4-FFF2-40B4-BE49-F238E27FC236}">
                <a16:creationId xmlns:a16="http://schemas.microsoft.com/office/drawing/2014/main" id="{370E1F8F-8856-F13F-F32F-60C3240EE887}"/>
              </a:ext>
            </a:extLst>
          </p:cNvPr>
          <p:cNvSpPr txBox="1"/>
          <p:nvPr/>
        </p:nvSpPr>
        <p:spPr>
          <a:xfrm>
            <a:off x="598395" y="1887222"/>
            <a:ext cx="1570302" cy="369332"/>
          </a:xfrm>
          <a:prstGeom prst="rect">
            <a:avLst/>
          </a:prstGeom>
          <a:noFill/>
        </p:spPr>
        <p:txBody>
          <a:bodyPr wrap="none" rtlCol="0">
            <a:spAutoFit/>
          </a:bodyPr>
          <a:lstStyle/>
          <a:p>
            <a:r>
              <a:rPr kumimoji="1" lang="en-US" altLang="ko-KR" dirty="0"/>
              <a:t>Target Satellite</a:t>
            </a:r>
            <a:endParaRPr kumimoji="1" lang="ko-KR" altLang="en-US" dirty="0"/>
          </a:p>
        </p:txBody>
      </p:sp>
      <p:sp>
        <p:nvSpPr>
          <p:cNvPr id="13" name="TextBox 12">
            <a:extLst>
              <a:ext uri="{FF2B5EF4-FFF2-40B4-BE49-F238E27FC236}">
                <a16:creationId xmlns:a16="http://schemas.microsoft.com/office/drawing/2014/main" id="{1C4EC9F7-8EF1-5A15-D6A9-6B5EB5AC3525}"/>
              </a:ext>
            </a:extLst>
          </p:cNvPr>
          <p:cNvSpPr txBox="1"/>
          <p:nvPr/>
        </p:nvSpPr>
        <p:spPr>
          <a:xfrm>
            <a:off x="229109" y="2781225"/>
            <a:ext cx="1631472" cy="369332"/>
          </a:xfrm>
          <a:prstGeom prst="rect">
            <a:avLst/>
          </a:prstGeom>
          <a:noFill/>
        </p:spPr>
        <p:txBody>
          <a:bodyPr wrap="none" rtlCol="0">
            <a:spAutoFit/>
          </a:bodyPr>
          <a:lstStyle/>
          <a:p>
            <a:r>
              <a:rPr kumimoji="1" lang="en-US" altLang="ko-KR" dirty="0"/>
              <a:t>Chaser Satellite</a:t>
            </a:r>
            <a:endParaRPr kumimoji="1" lang="ko-KR" altLang="en-US" dirty="0"/>
          </a:p>
        </p:txBody>
      </p:sp>
      <p:sp>
        <p:nvSpPr>
          <p:cNvPr id="22" name="TextBox 21">
            <a:extLst>
              <a:ext uri="{FF2B5EF4-FFF2-40B4-BE49-F238E27FC236}">
                <a16:creationId xmlns:a16="http://schemas.microsoft.com/office/drawing/2014/main" id="{4CD334B7-EA71-3E64-A7F3-4F01761AD081}"/>
              </a:ext>
            </a:extLst>
          </p:cNvPr>
          <p:cNvSpPr txBox="1"/>
          <p:nvPr/>
        </p:nvSpPr>
        <p:spPr>
          <a:xfrm>
            <a:off x="79627" y="5130201"/>
            <a:ext cx="1848198" cy="369332"/>
          </a:xfrm>
          <a:prstGeom prst="rect">
            <a:avLst/>
          </a:prstGeom>
          <a:noFill/>
        </p:spPr>
        <p:txBody>
          <a:bodyPr wrap="none" rtlCol="0">
            <a:spAutoFit/>
          </a:bodyPr>
          <a:lstStyle/>
          <a:p>
            <a:r>
              <a:rPr kumimoji="1" lang="en-US" altLang="ko-KR" dirty="0">
                <a:solidFill>
                  <a:srgbClr val="C00000"/>
                </a:solidFill>
              </a:rPr>
              <a:t>Observer Satellite</a:t>
            </a:r>
            <a:endParaRPr kumimoji="1" lang="ko-KR" altLang="en-US" dirty="0">
              <a:solidFill>
                <a:srgbClr val="C00000"/>
              </a:solidFill>
            </a:endParaRPr>
          </a:p>
        </p:txBody>
      </p:sp>
      <p:sp>
        <p:nvSpPr>
          <p:cNvPr id="28" name="TextBox 27">
            <a:extLst>
              <a:ext uri="{FF2B5EF4-FFF2-40B4-BE49-F238E27FC236}">
                <a16:creationId xmlns:a16="http://schemas.microsoft.com/office/drawing/2014/main" id="{79D05C10-F9F9-EDFF-E80F-52871A8DB786}"/>
              </a:ext>
            </a:extLst>
          </p:cNvPr>
          <p:cNvSpPr txBox="1"/>
          <p:nvPr/>
        </p:nvSpPr>
        <p:spPr>
          <a:xfrm>
            <a:off x="5280212" y="62588"/>
            <a:ext cx="6617431" cy="1200329"/>
          </a:xfrm>
          <a:prstGeom prst="rect">
            <a:avLst/>
          </a:prstGeom>
          <a:noFill/>
        </p:spPr>
        <p:txBody>
          <a:bodyPr wrap="square" rtlCol="0">
            <a:spAutoFit/>
          </a:bodyPr>
          <a:lstStyle/>
          <a:p>
            <a:pPr marL="285750" indent="-285750">
              <a:buFont typeface="Arial" panose="020B0604020202020204" pitchFamily="34" charset="0"/>
              <a:buChar char="•"/>
            </a:pPr>
            <a:r>
              <a:rPr kumimoji="1" lang="en-US" altLang="ko-KR" sz="2400" b="1" dirty="0"/>
              <a:t>Design Observer Satellite’s Trajectory to capture both chaser and target in single FOV</a:t>
            </a:r>
          </a:p>
          <a:p>
            <a:pPr marL="285750" indent="-285750">
              <a:buFont typeface="Arial" panose="020B0604020202020204" pitchFamily="34" charset="0"/>
              <a:buChar char="•"/>
            </a:pPr>
            <a:r>
              <a:rPr kumimoji="1" lang="en-US" altLang="ko-KR" sz="2400" b="1" dirty="0"/>
              <a:t>While minimizing delta-v for Observer Satellite</a:t>
            </a:r>
            <a:endParaRPr kumimoji="1" lang="ko-KR" altLang="en-US" sz="2400" b="1" dirty="0"/>
          </a:p>
        </p:txBody>
      </p:sp>
    </p:spTree>
    <p:extLst>
      <p:ext uri="{BB962C8B-B14F-4D97-AF65-F5344CB8AC3E}">
        <p14:creationId xmlns:p14="http://schemas.microsoft.com/office/powerpoint/2010/main" val="4241527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C1027-9560-106A-001A-6F036217081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613A66C-9854-5E24-17B4-75AD96CECAFB}"/>
              </a:ext>
            </a:extLst>
          </p:cNvPr>
          <p:cNvSpPr>
            <a:spLocks noGrp="1"/>
          </p:cNvSpPr>
          <p:nvPr>
            <p:ph type="title"/>
          </p:nvPr>
        </p:nvSpPr>
        <p:spPr>
          <a:xfrm>
            <a:off x="838200" y="647508"/>
            <a:ext cx="11086578" cy="673595"/>
          </a:xfrm>
        </p:spPr>
        <p:txBody>
          <a:bodyPr/>
          <a:lstStyle/>
          <a:p>
            <a:r>
              <a:rPr kumimoji="1" lang="en-US" altLang="ko-KR" dirty="0"/>
              <a:t>How to place observer satellite in given FOV condition?</a:t>
            </a:r>
            <a:endParaRPr kumimoji="1" lang="ko-KR" altLang="en-US" dirty="0"/>
          </a:p>
        </p:txBody>
      </p:sp>
      <p:sp>
        <p:nvSpPr>
          <p:cNvPr id="4" name="슬라이드 번호 개체 틀 3">
            <a:extLst>
              <a:ext uri="{FF2B5EF4-FFF2-40B4-BE49-F238E27FC236}">
                <a16:creationId xmlns:a16="http://schemas.microsoft.com/office/drawing/2014/main" id="{858728D5-D5BF-E1B1-86FF-E1D36A493671}"/>
              </a:ext>
            </a:extLst>
          </p:cNvPr>
          <p:cNvSpPr>
            <a:spLocks noGrp="1"/>
          </p:cNvSpPr>
          <p:nvPr>
            <p:ph type="sldNum" sz="quarter" idx="12"/>
          </p:nvPr>
        </p:nvSpPr>
        <p:spPr>
          <a:xfrm>
            <a:off x="9677400" y="6492875"/>
            <a:ext cx="2514600" cy="365125"/>
          </a:xfrm>
        </p:spPr>
        <p:txBody>
          <a:bodyPr/>
          <a:lstStyle/>
          <a:p>
            <a:fld id="{DD7BFE16-0181-744A-9D9D-D87AFEC7100D}" type="slidenum">
              <a:rPr lang="en-US" altLang="ko-KR" smtClean="0"/>
              <a:pPr/>
              <a:t>5</a:t>
            </a:fld>
            <a:r>
              <a:rPr lang="en-US" altLang="ko-KR" dirty="0"/>
              <a:t>/24</a:t>
            </a:r>
          </a:p>
        </p:txBody>
      </p:sp>
      <p:sp>
        <p:nvSpPr>
          <p:cNvPr id="10" name="TextBox 9">
            <a:extLst>
              <a:ext uri="{FF2B5EF4-FFF2-40B4-BE49-F238E27FC236}">
                <a16:creationId xmlns:a16="http://schemas.microsoft.com/office/drawing/2014/main" id="{137FF4DC-3F99-E231-AC9E-13416B89147E}"/>
              </a:ext>
            </a:extLst>
          </p:cNvPr>
          <p:cNvSpPr txBox="1"/>
          <p:nvPr/>
        </p:nvSpPr>
        <p:spPr>
          <a:xfrm>
            <a:off x="708212" y="1427924"/>
            <a:ext cx="6617431" cy="461665"/>
          </a:xfrm>
          <a:prstGeom prst="rect">
            <a:avLst/>
          </a:prstGeom>
          <a:noFill/>
        </p:spPr>
        <p:txBody>
          <a:bodyPr wrap="square" rtlCol="0">
            <a:spAutoFit/>
          </a:bodyPr>
          <a:lstStyle/>
          <a:p>
            <a:pPr marL="285750" indent="-285750">
              <a:buFont typeface="Arial" panose="020B0604020202020204" pitchFamily="34" charset="0"/>
              <a:buChar char="•"/>
            </a:pPr>
            <a:r>
              <a:rPr kumimoji="1" lang="en-US" altLang="ko-KR" sz="2400" b="1" dirty="0"/>
              <a:t>We have to do Geometry</a:t>
            </a:r>
            <a:endParaRPr kumimoji="1" lang="ko-KR" altLang="en-US" sz="2400" b="1" dirty="0"/>
          </a:p>
        </p:txBody>
      </p:sp>
      <p:pic>
        <p:nvPicPr>
          <p:cNvPr id="23" name="그림 22">
            <a:extLst>
              <a:ext uri="{FF2B5EF4-FFF2-40B4-BE49-F238E27FC236}">
                <a16:creationId xmlns:a16="http://schemas.microsoft.com/office/drawing/2014/main" id="{7DBCC4A4-A681-B7A9-E876-BFE61F81CA65}"/>
              </a:ext>
            </a:extLst>
          </p:cNvPr>
          <p:cNvPicPr>
            <a:picLocks noChangeAspect="1"/>
          </p:cNvPicPr>
          <p:nvPr/>
        </p:nvPicPr>
        <p:blipFill>
          <a:blip r:embed="rId2"/>
          <a:stretch>
            <a:fillRect/>
          </a:stretch>
        </p:blipFill>
        <p:spPr>
          <a:xfrm>
            <a:off x="594136" y="1750343"/>
            <a:ext cx="5501864" cy="5195339"/>
          </a:xfrm>
          <a:prstGeom prst="rect">
            <a:avLst/>
          </a:prstGeom>
        </p:spPr>
      </p:pic>
      <p:sp>
        <p:nvSpPr>
          <p:cNvPr id="29" name="TextBox 28">
            <a:extLst>
              <a:ext uri="{FF2B5EF4-FFF2-40B4-BE49-F238E27FC236}">
                <a16:creationId xmlns:a16="http://schemas.microsoft.com/office/drawing/2014/main" id="{64698722-56B9-A0E4-BAF0-18B48702E858}"/>
              </a:ext>
            </a:extLst>
          </p:cNvPr>
          <p:cNvSpPr txBox="1"/>
          <p:nvPr/>
        </p:nvSpPr>
        <p:spPr>
          <a:xfrm>
            <a:off x="6210076" y="1427924"/>
            <a:ext cx="5839962" cy="1200329"/>
          </a:xfrm>
          <a:prstGeom prst="rect">
            <a:avLst/>
          </a:prstGeom>
          <a:noFill/>
        </p:spPr>
        <p:txBody>
          <a:bodyPr wrap="square" rtlCol="0">
            <a:spAutoFit/>
          </a:bodyPr>
          <a:lstStyle/>
          <a:p>
            <a:pPr marL="285750" indent="-285750">
              <a:buFont typeface="Arial" panose="020B0604020202020204" pitchFamily="34" charset="0"/>
              <a:buChar char="•"/>
            </a:pPr>
            <a:r>
              <a:rPr kumimoji="1" lang="en-US" altLang="ko-KR" dirty="0"/>
              <a:t>Red dot: available Points</a:t>
            </a:r>
          </a:p>
          <a:p>
            <a:pPr marL="285750" indent="-285750">
              <a:buFont typeface="Arial" panose="020B0604020202020204" pitchFamily="34" charset="0"/>
              <a:buChar char="•"/>
            </a:pPr>
            <a:r>
              <a:rPr kumimoji="1" lang="en-US" altLang="ko-KR" dirty="0"/>
              <a:t>When placing this in this lattice points, the Observer will capture caser and target in given FOV condition</a:t>
            </a:r>
          </a:p>
          <a:p>
            <a:pPr marL="285750" indent="-285750">
              <a:buFont typeface="Arial" panose="020B0604020202020204" pitchFamily="34" charset="0"/>
              <a:buChar char="•"/>
            </a:pPr>
            <a:r>
              <a:rPr kumimoji="1" lang="en-US" altLang="ko-KR" dirty="0"/>
              <a:t>Rotate lattice with respect to C,T will make donut space</a:t>
            </a:r>
          </a:p>
        </p:txBody>
      </p:sp>
      <p:pic>
        <p:nvPicPr>
          <p:cNvPr id="30" name="그림 29">
            <a:extLst>
              <a:ext uri="{FF2B5EF4-FFF2-40B4-BE49-F238E27FC236}">
                <a16:creationId xmlns:a16="http://schemas.microsoft.com/office/drawing/2014/main" id="{F152547F-9EDF-123E-80F7-D624BC5029E2}"/>
              </a:ext>
            </a:extLst>
          </p:cNvPr>
          <p:cNvPicPr>
            <a:picLocks noChangeAspect="1"/>
          </p:cNvPicPr>
          <p:nvPr/>
        </p:nvPicPr>
        <p:blipFill>
          <a:blip r:embed="rId3"/>
          <a:stretch>
            <a:fillRect/>
          </a:stretch>
        </p:blipFill>
        <p:spPr>
          <a:xfrm>
            <a:off x="6096000" y="2877262"/>
            <a:ext cx="5242723" cy="3448382"/>
          </a:xfrm>
          <a:prstGeom prst="rect">
            <a:avLst/>
          </a:prstGeom>
        </p:spPr>
      </p:pic>
    </p:spTree>
    <p:extLst>
      <p:ext uri="{BB962C8B-B14F-4D97-AF65-F5344CB8AC3E}">
        <p14:creationId xmlns:p14="http://schemas.microsoft.com/office/powerpoint/2010/main" val="1210620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639ED-C28D-EC8E-EEA1-EAFF1886A16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0C8186A-DD71-7736-7695-73A0A90D3D86}"/>
              </a:ext>
            </a:extLst>
          </p:cNvPr>
          <p:cNvSpPr>
            <a:spLocks noGrp="1"/>
          </p:cNvSpPr>
          <p:nvPr>
            <p:ph type="title"/>
          </p:nvPr>
        </p:nvSpPr>
        <p:spPr>
          <a:xfrm>
            <a:off x="154897" y="610433"/>
            <a:ext cx="11198902" cy="673595"/>
          </a:xfrm>
        </p:spPr>
        <p:txBody>
          <a:bodyPr/>
          <a:lstStyle/>
          <a:p>
            <a:r>
              <a:rPr kumimoji="1" lang="en-US" altLang="ko-KR" dirty="0"/>
              <a:t>MDP Formulation</a:t>
            </a:r>
            <a:endParaRPr kumimoji="1" lang="ko-KR" altLang="en-US" dirty="0"/>
          </a:p>
        </p:txBody>
      </p:sp>
      <p:sp>
        <p:nvSpPr>
          <p:cNvPr id="5" name="슬라이드 번호 개체 틀 3">
            <a:extLst>
              <a:ext uri="{FF2B5EF4-FFF2-40B4-BE49-F238E27FC236}">
                <a16:creationId xmlns:a16="http://schemas.microsoft.com/office/drawing/2014/main" id="{9D2ED615-75FA-E820-A69C-C3FE939D656C}"/>
              </a:ext>
            </a:extLst>
          </p:cNvPr>
          <p:cNvSpPr>
            <a:spLocks noGrp="1"/>
          </p:cNvSpPr>
          <p:nvPr>
            <p:ph type="sldNum" sz="quarter" idx="12"/>
          </p:nvPr>
        </p:nvSpPr>
        <p:spPr>
          <a:xfrm>
            <a:off x="9436100" y="6515099"/>
            <a:ext cx="2755900" cy="365125"/>
          </a:xfrm>
        </p:spPr>
        <p:txBody>
          <a:bodyPr/>
          <a:lstStyle/>
          <a:p>
            <a:fld id="{3A7270B7-98E8-6644-9DE4-052FAD0A01EB}" type="slidenum">
              <a:rPr lang="en-US" altLang="ko-KR" smtClean="0"/>
              <a:pPr/>
              <a:t>6</a:t>
            </a:fld>
            <a:r>
              <a:rPr lang="en-US" altLang="ko-KR" dirty="0"/>
              <a:t>/26</a:t>
            </a:r>
          </a:p>
        </p:txBody>
      </p:sp>
      <p:pic>
        <p:nvPicPr>
          <p:cNvPr id="9" name="그림 8">
            <a:extLst>
              <a:ext uri="{FF2B5EF4-FFF2-40B4-BE49-F238E27FC236}">
                <a16:creationId xmlns:a16="http://schemas.microsoft.com/office/drawing/2014/main" id="{4305C3A2-2BC4-577A-7C13-E9FB2845DDBC}"/>
              </a:ext>
            </a:extLst>
          </p:cNvPr>
          <p:cNvPicPr>
            <a:picLocks noChangeAspect="1"/>
          </p:cNvPicPr>
          <p:nvPr/>
        </p:nvPicPr>
        <p:blipFill>
          <a:blip r:embed="rId2"/>
          <a:stretch>
            <a:fillRect/>
          </a:stretch>
        </p:blipFill>
        <p:spPr>
          <a:xfrm>
            <a:off x="154897" y="1346658"/>
            <a:ext cx="7780617" cy="532008"/>
          </a:xfrm>
          <a:prstGeom prst="rect">
            <a:avLst/>
          </a:prstGeom>
        </p:spPr>
      </p:pic>
      <p:sp>
        <p:nvSpPr>
          <p:cNvPr id="10" name="TextBox 9">
            <a:extLst>
              <a:ext uri="{FF2B5EF4-FFF2-40B4-BE49-F238E27FC236}">
                <a16:creationId xmlns:a16="http://schemas.microsoft.com/office/drawing/2014/main" id="{92BA76C7-7955-A302-8F2F-0930585DBB1F}"/>
              </a:ext>
            </a:extLst>
          </p:cNvPr>
          <p:cNvSpPr txBox="1"/>
          <p:nvPr/>
        </p:nvSpPr>
        <p:spPr>
          <a:xfrm>
            <a:off x="307296" y="4256929"/>
            <a:ext cx="6617431" cy="461665"/>
          </a:xfrm>
          <a:prstGeom prst="rect">
            <a:avLst/>
          </a:prstGeom>
          <a:noFill/>
        </p:spPr>
        <p:txBody>
          <a:bodyPr wrap="square" rtlCol="0">
            <a:spAutoFit/>
          </a:bodyPr>
          <a:lstStyle/>
          <a:p>
            <a:r>
              <a:rPr kumimoji="1" lang="en-US" altLang="ko-KR" sz="2400" b="1" dirty="0"/>
              <a:t>Action Definition</a:t>
            </a:r>
            <a:endParaRPr kumimoji="1" lang="ko-KR" altLang="en-US" sz="2400" b="1" dirty="0"/>
          </a:p>
        </p:txBody>
      </p:sp>
      <p:pic>
        <p:nvPicPr>
          <p:cNvPr id="12" name="그림 11" descr="텍스트, 영수증, 폰트, 대수학이(가) 표시된 사진&#10;&#10;자동 생성된 설명">
            <a:extLst>
              <a:ext uri="{FF2B5EF4-FFF2-40B4-BE49-F238E27FC236}">
                <a16:creationId xmlns:a16="http://schemas.microsoft.com/office/drawing/2014/main" id="{96782A3E-9817-8329-4457-B441E34CEB72}"/>
              </a:ext>
            </a:extLst>
          </p:cNvPr>
          <p:cNvPicPr>
            <a:picLocks noChangeAspect="1"/>
          </p:cNvPicPr>
          <p:nvPr/>
        </p:nvPicPr>
        <p:blipFill>
          <a:blip r:embed="rId3"/>
          <a:stretch>
            <a:fillRect/>
          </a:stretch>
        </p:blipFill>
        <p:spPr>
          <a:xfrm>
            <a:off x="154897" y="2402961"/>
            <a:ext cx="7260511" cy="1805723"/>
          </a:xfrm>
          <a:prstGeom prst="rect">
            <a:avLst/>
          </a:prstGeom>
        </p:spPr>
      </p:pic>
      <p:sp>
        <p:nvSpPr>
          <p:cNvPr id="13" name="TextBox 12">
            <a:extLst>
              <a:ext uri="{FF2B5EF4-FFF2-40B4-BE49-F238E27FC236}">
                <a16:creationId xmlns:a16="http://schemas.microsoft.com/office/drawing/2014/main" id="{9C6FF457-D64A-45AE-9FCC-373BAF270723}"/>
              </a:ext>
            </a:extLst>
          </p:cNvPr>
          <p:cNvSpPr txBox="1"/>
          <p:nvPr/>
        </p:nvSpPr>
        <p:spPr>
          <a:xfrm>
            <a:off x="154897" y="1955560"/>
            <a:ext cx="6617431" cy="461665"/>
          </a:xfrm>
          <a:prstGeom prst="rect">
            <a:avLst/>
          </a:prstGeom>
          <a:noFill/>
        </p:spPr>
        <p:txBody>
          <a:bodyPr wrap="square" rtlCol="0">
            <a:spAutoFit/>
          </a:bodyPr>
          <a:lstStyle/>
          <a:p>
            <a:r>
              <a:rPr kumimoji="1" lang="en-US" altLang="ko-KR" sz="2400" b="1" dirty="0"/>
              <a:t>State Definition</a:t>
            </a:r>
            <a:endParaRPr kumimoji="1" lang="ko-KR" altLang="en-US" sz="2400" b="1" dirty="0"/>
          </a:p>
        </p:txBody>
      </p:sp>
      <p:pic>
        <p:nvPicPr>
          <p:cNvPr id="15" name="그림 14" descr="텍스트, 영수증, 폰트, 스크린샷이(가) 표시된 사진&#10;&#10;자동 생성된 설명">
            <a:extLst>
              <a:ext uri="{FF2B5EF4-FFF2-40B4-BE49-F238E27FC236}">
                <a16:creationId xmlns:a16="http://schemas.microsoft.com/office/drawing/2014/main" id="{21811B3C-C2B1-F711-19B6-A0DD9FE9717D}"/>
              </a:ext>
            </a:extLst>
          </p:cNvPr>
          <p:cNvPicPr>
            <a:picLocks noChangeAspect="1"/>
          </p:cNvPicPr>
          <p:nvPr/>
        </p:nvPicPr>
        <p:blipFill>
          <a:blip r:embed="rId4"/>
          <a:stretch>
            <a:fillRect/>
          </a:stretch>
        </p:blipFill>
        <p:spPr>
          <a:xfrm>
            <a:off x="307295" y="4766839"/>
            <a:ext cx="6617431" cy="1410446"/>
          </a:xfrm>
          <a:prstGeom prst="rect">
            <a:avLst/>
          </a:prstGeom>
        </p:spPr>
      </p:pic>
      <p:pic>
        <p:nvPicPr>
          <p:cNvPr id="17" name="그림 16">
            <a:extLst>
              <a:ext uri="{FF2B5EF4-FFF2-40B4-BE49-F238E27FC236}">
                <a16:creationId xmlns:a16="http://schemas.microsoft.com/office/drawing/2014/main" id="{153B6A1D-7B3B-7937-FE58-390E23ABB37C}"/>
              </a:ext>
            </a:extLst>
          </p:cNvPr>
          <p:cNvPicPr>
            <a:picLocks noChangeAspect="1"/>
          </p:cNvPicPr>
          <p:nvPr/>
        </p:nvPicPr>
        <p:blipFill>
          <a:blip r:embed="rId5"/>
          <a:stretch>
            <a:fillRect/>
          </a:stretch>
        </p:blipFill>
        <p:spPr>
          <a:xfrm>
            <a:off x="5273641" y="4083605"/>
            <a:ext cx="6244104" cy="1791459"/>
          </a:xfrm>
          <a:prstGeom prst="rect">
            <a:avLst/>
          </a:prstGeom>
        </p:spPr>
      </p:pic>
    </p:spTree>
    <p:extLst>
      <p:ext uri="{BB962C8B-B14F-4D97-AF65-F5344CB8AC3E}">
        <p14:creationId xmlns:p14="http://schemas.microsoft.com/office/powerpoint/2010/main" val="3324898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82B37-8462-8F24-8134-187EBD461E2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1B1B41C-4595-FD02-9A88-EE82CFDE7745}"/>
              </a:ext>
            </a:extLst>
          </p:cNvPr>
          <p:cNvSpPr>
            <a:spLocks noGrp="1"/>
          </p:cNvSpPr>
          <p:nvPr>
            <p:ph type="title"/>
          </p:nvPr>
        </p:nvSpPr>
        <p:spPr>
          <a:xfrm>
            <a:off x="154897" y="610433"/>
            <a:ext cx="11198902" cy="673595"/>
          </a:xfrm>
        </p:spPr>
        <p:txBody>
          <a:bodyPr/>
          <a:lstStyle/>
          <a:p>
            <a:r>
              <a:rPr kumimoji="1" lang="en-US" altLang="ko-KR" dirty="0"/>
              <a:t>MDP Formulation</a:t>
            </a:r>
            <a:endParaRPr kumimoji="1" lang="ko-KR" altLang="en-US" dirty="0"/>
          </a:p>
        </p:txBody>
      </p:sp>
      <p:sp>
        <p:nvSpPr>
          <p:cNvPr id="5" name="슬라이드 번호 개체 틀 3">
            <a:extLst>
              <a:ext uri="{FF2B5EF4-FFF2-40B4-BE49-F238E27FC236}">
                <a16:creationId xmlns:a16="http://schemas.microsoft.com/office/drawing/2014/main" id="{AB9943DB-31AF-0D44-6527-DFAB4DC733E1}"/>
              </a:ext>
            </a:extLst>
          </p:cNvPr>
          <p:cNvSpPr>
            <a:spLocks noGrp="1"/>
          </p:cNvSpPr>
          <p:nvPr>
            <p:ph type="sldNum" sz="quarter" idx="12"/>
          </p:nvPr>
        </p:nvSpPr>
        <p:spPr>
          <a:xfrm>
            <a:off x="9436100" y="6515099"/>
            <a:ext cx="2755900" cy="365125"/>
          </a:xfrm>
        </p:spPr>
        <p:txBody>
          <a:bodyPr/>
          <a:lstStyle/>
          <a:p>
            <a:fld id="{3A7270B7-98E8-6644-9DE4-052FAD0A01EB}" type="slidenum">
              <a:rPr lang="en-US" altLang="ko-KR" smtClean="0"/>
              <a:pPr/>
              <a:t>7</a:t>
            </a:fld>
            <a:r>
              <a:rPr lang="en-US" altLang="ko-KR" dirty="0"/>
              <a:t>/26</a:t>
            </a:r>
          </a:p>
        </p:txBody>
      </p:sp>
      <p:sp>
        <p:nvSpPr>
          <p:cNvPr id="10" name="TextBox 9">
            <a:extLst>
              <a:ext uri="{FF2B5EF4-FFF2-40B4-BE49-F238E27FC236}">
                <a16:creationId xmlns:a16="http://schemas.microsoft.com/office/drawing/2014/main" id="{5EAC1C34-599D-9F92-6FE7-3BCD96301FD7}"/>
              </a:ext>
            </a:extLst>
          </p:cNvPr>
          <p:cNvSpPr txBox="1"/>
          <p:nvPr/>
        </p:nvSpPr>
        <p:spPr>
          <a:xfrm>
            <a:off x="307296" y="3665604"/>
            <a:ext cx="6617431" cy="461665"/>
          </a:xfrm>
          <a:prstGeom prst="rect">
            <a:avLst/>
          </a:prstGeom>
          <a:noFill/>
        </p:spPr>
        <p:txBody>
          <a:bodyPr wrap="square" rtlCol="0">
            <a:spAutoFit/>
          </a:bodyPr>
          <a:lstStyle/>
          <a:p>
            <a:r>
              <a:rPr kumimoji="1" lang="en-US" altLang="ko-KR" sz="2400" b="1" dirty="0"/>
              <a:t>Reward Function</a:t>
            </a:r>
            <a:endParaRPr kumimoji="1" lang="ko-KR" altLang="en-US" sz="2400" b="1" dirty="0"/>
          </a:p>
        </p:txBody>
      </p:sp>
      <p:sp>
        <p:nvSpPr>
          <p:cNvPr id="13" name="TextBox 12">
            <a:extLst>
              <a:ext uri="{FF2B5EF4-FFF2-40B4-BE49-F238E27FC236}">
                <a16:creationId xmlns:a16="http://schemas.microsoft.com/office/drawing/2014/main" id="{840FE413-699E-F4CA-482D-4783D882E44B}"/>
              </a:ext>
            </a:extLst>
          </p:cNvPr>
          <p:cNvSpPr txBox="1"/>
          <p:nvPr/>
        </p:nvSpPr>
        <p:spPr>
          <a:xfrm>
            <a:off x="307297" y="1431220"/>
            <a:ext cx="6617431" cy="461665"/>
          </a:xfrm>
          <a:prstGeom prst="rect">
            <a:avLst/>
          </a:prstGeom>
          <a:noFill/>
        </p:spPr>
        <p:txBody>
          <a:bodyPr wrap="square" rtlCol="0">
            <a:spAutoFit/>
          </a:bodyPr>
          <a:lstStyle/>
          <a:p>
            <a:r>
              <a:rPr kumimoji="1" lang="en-US" altLang="ko-KR" sz="2400" b="1" dirty="0"/>
              <a:t>Deterministic State Transition vis C-W dynamics</a:t>
            </a:r>
            <a:endParaRPr kumimoji="1" lang="ko-KR" altLang="en-US" sz="2400" b="1" dirty="0"/>
          </a:p>
        </p:txBody>
      </p:sp>
      <p:pic>
        <p:nvPicPr>
          <p:cNvPr id="4" name="그림 3" descr="텍스트, 폰트, 화이트, 타이포그래피이(가) 표시된 사진&#10;&#10;자동 생성된 설명">
            <a:extLst>
              <a:ext uri="{FF2B5EF4-FFF2-40B4-BE49-F238E27FC236}">
                <a16:creationId xmlns:a16="http://schemas.microsoft.com/office/drawing/2014/main" id="{F3079D2E-F10D-F202-41D7-85AF90052757}"/>
              </a:ext>
            </a:extLst>
          </p:cNvPr>
          <p:cNvPicPr>
            <a:picLocks noChangeAspect="1"/>
          </p:cNvPicPr>
          <p:nvPr/>
        </p:nvPicPr>
        <p:blipFill>
          <a:blip r:embed="rId2"/>
          <a:stretch>
            <a:fillRect/>
          </a:stretch>
        </p:blipFill>
        <p:spPr>
          <a:xfrm>
            <a:off x="154897" y="2281799"/>
            <a:ext cx="2698951" cy="1225724"/>
          </a:xfrm>
          <a:prstGeom prst="rect">
            <a:avLst/>
          </a:prstGeom>
        </p:spPr>
      </p:pic>
      <p:pic>
        <p:nvPicPr>
          <p:cNvPr id="7" name="그림 6">
            <a:extLst>
              <a:ext uri="{FF2B5EF4-FFF2-40B4-BE49-F238E27FC236}">
                <a16:creationId xmlns:a16="http://schemas.microsoft.com/office/drawing/2014/main" id="{AC3C3336-8C5B-EF72-AE0B-319191C3637D}"/>
              </a:ext>
            </a:extLst>
          </p:cNvPr>
          <p:cNvPicPr>
            <a:picLocks noChangeAspect="1"/>
          </p:cNvPicPr>
          <p:nvPr/>
        </p:nvPicPr>
        <p:blipFill>
          <a:blip r:embed="rId3"/>
          <a:stretch>
            <a:fillRect/>
          </a:stretch>
        </p:blipFill>
        <p:spPr>
          <a:xfrm>
            <a:off x="307296" y="1979815"/>
            <a:ext cx="7200900" cy="292100"/>
          </a:xfrm>
          <a:prstGeom prst="rect">
            <a:avLst/>
          </a:prstGeom>
        </p:spPr>
      </p:pic>
      <p:pic>
        <p:nvPicPr>
          <p:cNvPr id="11" name="그림 10" descr="폰트, 화이트, 타이포그래피, 디자인이(가) 표시된 사진&#10;&#10;자동 생성된 설명">
            <a:extLst>
              <a:ext uri="{FF2B5EF4-FFF2-40B4-BE49-F238E27FC236}">
                <a16:creationId xmlns:a16="http://schemas.microsoft.com/office/drawing/2014/main" id="{7758501D-DEFD-5820-A3DA-0F683FBD1F59}"/>
              </a:ext>
            </a:extLst>
          </p:cNvPr>
          <p:cNvPicPr>
            <a:picLocks noChangeAspect="1"/>
          </p:cNvPicPr>
          <p:nvPr/>
        </p:nvPicPr>
        <p:blipFill>
          <a:blip r:embed="rId4"/>
          <a:stretch>
            <a:fillRect/>
          </a:stretch>
        </p:blipFill>
        <p:spPr>
          <a:xfrm>
            <a:off x="4757398" y="2697811"/>
            <a:ext cx="1993900" cy="393700"/>
          </a:xfrm>
          <a:prstGeom prst="rect">
            <a:avLst/>
          </a:prstGeom>
        </p:spPr>
      </p:pic>
      <p:pic>
        <p:nvPicPr>
          <p:cNvPr id="16" name="그림 15" descr="폰트, 친필, 서예, 타이포그래피이(가) 표시된 사진&#10;&#10;자동 생성된 설명">
            <a:extLst>
              <a:ext uri="{FF2B5EF4-FFF2-40B4-BE49-F238E27FC236}">
                <a16:creationId xmlns:a16="http://schemas.microsoft.com/office/drawing/2014/main" id="{FF6C26A3-D458-CE57-8F31-4B90882CEC16}"/>
              </a:ext>
            </a:extLst>
          </p:cNvPr>
          <p:cNvPicPr>
            <a:picLocks noChangeAspect="1"/>
          </p:cNvPicPr>
          <p:nvPr/>
        </p:nvPicPr>
        <p:blipFill>
          <a:blip r:embed="rId5"/>
          <a:stretch>
            <a:fillRect/>
          </a:stretch>
        </p:blipFill>
        <p:spPr>
          <a:xfrm>
            <a:off x="4740327" y="2285479"/>
            <a:ext cx="2184400" cy="444500"/>
          </a:xfrm>
          <a:prstGeom prst="rect">
            <a:avLst/>
          </a:prstGeom>
        </p:spPr>
      </p:pic>
      <p:pic>
        <p:nvPicPr>
          <p:cNvPr id="18" name="그림 17" descr="폰트, 타이포그래피, 친필, 서예이(가) 표시된 사진&#10;&#10;자동 생성된 설명">
            <a:extLst>
              <a:ext uri="{FF2B5EF4-FFF2-40B4-BE49-F238E27FC236}">
                <a16:creationId xmlns:a16="http://schemas.microsoft.com/office/drawing/2014/main" id="{ED897047-CCEB-A9B5-B1B0-563CEC1BD68C}"/>
              </a:ext>
            </a:extLst>
          </p:cNvPr>
          <p:cNvPicPr>
            <a:picLocks noChangeAspect="1"/>
          </p:cNvPicPr>
          <p:nvPr/>
        </p:nvPicPr>
        <p:blipFill>
          <a:blip r:embed="rId6"/>
          <a:stretch>
            <a:fillRect/>
          </a:stretch>
        </p:blipFill>
        <p:spPr>
          <a:xfrm>
            <a:off x="4740327" y="3051584"/>
            <a:ext cx="2184400" cy="419100"/>
          </a:xfrm>
          <a:prstGeom prst="rect">
            <a:avLst/>
          </a:prstGeom>
        </p:spPr>
      </p:pic>
      <p:pic>
        <p:nvPicPr>
          <p:cNvPr id="20" name="그림 19" descr="폰트, 타이포그래피, 상징, 텍스트이(가) 표시된 사진&#10;&#10;자동 생성된 설명">
            <a:extLst>
              <a:ext uri="{FF2B5EF4-FFF2-40B4-BE49-F238E27FC236}">
                <a16:creationId xmlns:a16="http://schemas.microsoft.com/office/drawing/2014/main" id="{17F3795F-2BC3-12A2-9B3F-462E5AFD0E20}"/>
              </a:ext>
            </a:extLst>
          </p:cNvPr>
          <p:cNvPicPr>
            <a:picLocks noChangeAspect="1"/>
          </p:cNvPicPr>
          <p:nvPr/>
        </p:nvPicPr>
        <p:blipFill>
          <a:blip r:embed="rId7"/>
          <a:stretch>
            <a:fillRect/>
          </a:stretch>
        </p:blipFill>
        <p:spPr>
          <a:xfrm>
            <a:off x="4930827" y="3436689"/>
            <a:ext cx="1803400" cy="355600"/>
          </a:xfrm>
          <a:prstGeom prst="rect">
            <a:avLst/>
          </a:prstGeom>
        </p:spPr>
      </p:pic>
      <p:pic>
        <p:nvPicPr>
          <p:cNvPr id="24" name="그림 23" descr="텍스트, 폰트, 영수증, 스크린샷이(가) 표시된 사진&#10;&#10;자동 생성된 설명">
            <a:extLst>
              <a:ext uri="{FF2B5EF4-FFF2-40B4-BE49-F238E27FC236}">
                <a16:creationId xmlns:a16="http://schemas.microsoft.com/office/drawing/2014/main" id="{750640FE-871F-AC75-10FF-D4E57434DF72}"/>
              </a:ext>
            </a:extLst>
          </p:cNvPr>
          <p:cNvPicPr>
            <a:picLocks noChangeAspect="1"/>
          </p:cNvPicPr>
          <p:nvPr/>
        </p:nvPicPr>
        <p:blipFill>
          <a:blip r:embed="rId8"/>
          <a:stretch>
            <a:fillRect/>
          </a:stretch>
        </p:blipFill>
        <p:spPr>
          <a:xfrm>
            <a:off x="307296" y="4137467"/>
            <a:ext cx="7772400" cy="2332874"/>
          </a:xfrm>
          <a:prstGeom prst="rect">
            <a:avLst/>
          </a:prstGeom>
        </p:spPr>
      </p:pic>
      <p:pic>
        <p:nvPicPr>
          <p:cNvPr id="3" name="그림 2">
            <a:extLst>
              <a:ext uri="{FF2B5EF4-FFF2-40B4-BE49-F238E27FC236}">
                <a16:creationId xmlns:a16="http://schemas.microsoft.com/office/drawing/2014/main" id="{3012EE40-F8DB-CEFF-395D-2DDDFBE8B4CE}"/>
              </a:ext>
            </a:extLst>
          </p:cNvPr>
          <p:cNvPicPr>
            <a:picLocks noChangeAspect="1"/>
          </p:cNvPicPr>
          <p:nvPr/>
        </p:nvPicPr>
        <p:blipFill>
          <a:blip r:embed="rId9"/>
          <a:stretch>
            <a:fillRect/>
          </a:stretch>
        </p:blipFill>
        <p:spPr>
          <a:xfrm>
            <a:off x="6552713" y="168912"/>
            <a:ext cx="5553964" cy="1593455"/>
          </a:xfrm>
          <a:prstGeom prst="rect">
            <a:avLst/>
          </a:prstGeom>
        </p:spPr>
      </p:pic>
    </p:spTree>
    <p:extLst>
      <p:ext uri="{BB962C8B-B14F-4D97-AF65-F5344CB8AC3E}">
        <p14:creationId xmlns:p14="http://schemas.microsoft.com/office/powerpoint/2010/main" val="1513989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0F0F8-AAE3-2BF6-4607-49EF14B7D41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C4CB7A9-0185-56A0-0C3A-D6281114CE9E}"/>
              </a:ext>
            </a:extLst>
          </p:cNvPr>
          <p:cNvSpPr>
            <a:spLocks noGrp="1"/>
          </p:cNvSpPr>
          <p:nvPr>
            <p:ph type="title"/>
          </p:nvPr>
        </p:nvSpPr>
        <p:spPr>
          <a:xfrm>
            <a:off x="154897" y="610433"/>
            <a:ext cx="11198902" cy="673595"/>
          </a:xfrm>
        </p:spPr>
        <p:txBody>
          <a:bodyPr/>
          <a:lstStyle/>
          <a:p>
            <a:r>
              <a:rPr kumimoji="1" lang="en-US" altLang="ko-KR" dirty="0"/>
              <a:t>MDP Formulation</a:t>
            </a:r>
            <a:endParaRPr kumimoji="1" lang="ko-KR" altLang="en-US" dirty="0"/>
          </a:p>
        </p:txBody>
      </p:sp>
      <p:sp>
        <p:nvSpPr>
          <p:cNvPr id="5" name="슬라이드 번호 개체 틀 3">
            <a:extLst>
              <a:ext uri="{FF2B5EF4-FFF2-40B4-BE49-F238E27FC236}">
                <a16:creationId xmlns:a16="http://schemas.microsoft.com/office/drawing/2014/main" id="{DC044F28-B49D-E871-3D3F-2265C7BBB010}"/>
              </a:ext>
            </a:extLst>
          </p:cNvPr>
          <p:cNvSpPr>
            <a:spLocks noGrp="1"/>
          </p:cNvSpPr>
          <p:nvPr>
            <p:ph type="sldNum" sz="quarter" idx="12"/>
          </p:nvPr>
        </p:nvSpPr>
        <p:spPr>
          <a:xfrm>
            <a:off x="9436100" y="6515099"/>
            <a:ext cx="2755900" cy="365125"/>
          </a:xfrm>
        </p:spPr>
        <p:txBody>
          <a:bodyPr/>
          <a:lstStyle/>
          <a:p>
            <a:fld id="{3A7270B7-98E8-6644-9DE4-052FAD0A01EB}" type="slidenum">
              <a:rPr lang="en-US" altLang="ko-KR" smtClean="0"/>
              <a:pPr/>
              <a:t>8</a:t>
            </a:fld>
            <a:r>
              <a:rPr lang="en-US" altLang="ko-KR" dirty="0"/>
              <a:t>/26</a:t>
            </a:r>
          </a:p>
        </p:txBody>
      </p:sp>
      <p:sp>
        <p:nvSpPr>
          <p:cNvPr id="10" name="TextBox 9">
            <a:extLst>
              <a:ext uri="{FF2B5EF4-FFF2-40B4-BE49-F238E27FC236}">
                <a16:creationId xmlns:a16="http://schemas.microsoft.com/office/drawing/2014/main" id="{57D77A92-DCC5-E74C-192A-3D4D961EB043}"/>
              </a:ext>
            </a:extLst>
          </p:cNvPr>
          <p:cNvSpPr txBox="1"/>
          <p:nvPr/>
        </p:nvSpPr>
        <p:spPr>
          <a:xfrm>
            <a:off x="0" y="3042983"/>
            <a:ext cx="8110193" cy="461665"/>
          </a:xfrm>
          <a:prstGeom prst="rect">
            <a:avLst/>
          </a:prstGeom>
          <a:noFill/>
        </p:spPr>
        <p:txBody>
          <a:bodyPr wrap="square" rtlCol="0">
            <a:spAutoFit/>
          </a:bodyPr>
          <a:lstStyle/>
          <a:p>
            <a:r>
              <a:rPr kumimoji="1" lang="en-US" altLang="ko-KR" sz="2400" b="1" dirty="0"/>
              <a:t>Backward Dynamic Programming for getting optimal policy</a:t>
            </a:r>
            <a:endParaRPr kumimoji="1" lang="ko-KR" altLang="en-US" sz="2400" b="1" dirty="0"/>
          </a:p>
        </p:txBody>
      </p:sp>
      <p:sp>
        <p:nvSpPr>
          <p:cNvPr id="13" name="TextBox 12">
            <a:extLst>
              <a:ext uri="{FF2B5EF4-FFF2-40B4-BE49-F238E27FC236}">
                <a16:creationId xmlns:a16="http://schemas.microsoft.com/office/drawing/2014/main" id="{38CF59C4-5A13-DC29-67E1-250A98C41EDC}"/>
              </a:ext>
            </a:extLst>
          </p:cNvPr>
          <p:cNvSpPr txBox="1"/>
          <p:nvPr/>
        </p:nvSpPr>
        <p:spPr>
          <a:xfrm>
            <a:off x="116707" y="1431599"/>
            <a:ext cx="6617431" cy="461665"/>
          </a:xfrm>
          <a:prstGeom prst="rect">
            <a:avLst/>
          </a:prstGeom>
          <a:noFill/>
        </p:spPr>
        <p:txBody>
          <a:bodyPr wrap="square" rtlCol="0">
            <a:spAutoFit/>
          </a:bodyPr>
          <a:lstStyle/>
          <a:p>
            <a:r>
              <a:rPr kumimoji="1" lang="en-US" altLang="ko-KR" sz="2400" b="1" dirty="0"/>
              <a:t>State Value function and Action Value Function</a:t>
            </a:r>
            <a:endParaRPr kumimoji="1" lang="ko-KR" altLang="en-US" sz="2400" b="1" dirty="0"/>
          </a:p>
        </p:txBody>
      </p:sp>
      <p:pic>
        <p:nvPicPr>
          <p:cNvPr id="6" name="그림 5">
            <a:extLst>
              <a:ext uri="{FF2B5EF4-FFF2-40B4-BE49-F238E27FC236}">
                <a16:creationId xmlns:a16="http://schemas.microsoft.com/office/drawing/2014/main" id="{BA2C08CB-8BC4-311D-454B-EBA29967C5C1}"/>
              </a:ext>
            </a:extLst>
          </p:cNvPr>
          <p:cNvPicPr>
            <a:picLocks noChangeAspect="1"/>
          </p:cNvPicPr>
          <p:nvPr/>
        </p:nvPicPr>
        <p:blipFill>
          <a:blip r:embed="rId2"/>
          <a:stretch>
            <a:fillRect/>
          </a:stretch>
        </p:blipFill>
        <p:spPr>
          <a:xfrm>
            <a:off x="237723" y="1898793"/>
            <a:ext cx="3568700" cy="571500"/>
          </a:xfrm>
          <a:prstGeom prst="rect">
            <a:avLst/>
          </a:prstGeom>
        </p:spPr>
      </p:pic>
      <p:pic>
        <p:nvPicPr>
          <p:cNvPr id="9" name="그림 8">
            <a:extLst>
              <a:ext uri="{FF2B5EF4-FFF2-40B4-BE49-F238E27FC236}">
                <a16:creationId xmlns:a16="http://schemas.microsoft.com/office/drawing/2014/main" id="{3EEF718F-D33D-6C5D-7861-96DC1A0C4FB7}"/>
              </a:ext>
            </a:extLst>
          </p:cNvPr>
          <p:cNvPicPr>
            <a:picLocks noChangeAspect="1"/>
          </p:cNvPicPr>
          <p:nvPr/>
        </p:nvPicPr>
        <p:blipFill>
          <a:blip r:embed="rId3"/>
          <a:stretch>
            <a:fillRect/>
          </a:stretch>
        </p:blipFill>
        <p:spPr>
          <a:xfrm>
            <a:off x="440252" y="2436344"/>
            <a:ext cx="4858057" cy="369486"/>
          </a:xfrm>
          <a:prstGeom prst="rect">
            <a:avLst/>
          </a:prstGeom>
        </p:spPr>
      </p:pic>
      <p:pic>
        <p:nvPicPr>
          <p:cNvPr id="14" name="그림 13" descr="텍스트, 폰트, 영수증, 화이트이(가) 표시된 사진&#10;&#10;자동 생성된 설명">
            <a:extLst>
              <a:ext uri="{FF2B5EF4-FFF2-40B4-BE49-F238E27FC236}">
                <a16:creationId xmlns:a16="http://schemas.microsoft.com/office/drawing/2014/main" id="{75E23EF2-8C6B-E51F-D59D-7F968A67682D}"/>
              </a:ext>
            </a:extLst>
          </p:cNvPr>
          <p:cNvPicPr>
            <a:picLocks noChangeAspect="1"/>
          </p:cNvPicPr>
          <p:nvPr/>
        </p:nvPicPr>
        <p:blipFill>
          <a:blip r:embed="rId4"/>
          <a:stretch>
            <a:fillRect/>
          </a:stretch>
        </p:blipFill>
        <p:spPr>
          <a:xfrm>
            <a:off x="377423" y="3635545"/>
            <a:ext cx="6858000" cy="1333500"/>
          </a:xfrm>
          <a:prstGeom prst="rect">
            <a:avLst/>
          </a:prstGeom>
        </p:spPr>
      </p:pic>
      <p:pic>
        <p:nvPicPr>
          <p:cNvPr id="17" name="그림 16" descr="텍스트, 폰트, 화이트, 서예이(가) 표시된 사진&#10;&#10;자동 생성된 설명">
            <a:extLst>
              <a:ext uri="{FF2B5EF4-FFF2-40B4-BE49-F238E27FC236}">
                <a16:creationId xmlns:a16="http://schemas.microsoft.com/office/drawing/2014/main" id="{B6DF07F3-A161-50DE-2CFC-ED3BA5221131}"/>
              </a:ext>
            </a:extLst>
          </p:cNvPr>
          <p:cNvPicPr>
            <a:picLocks noChangeAspect="1"/>
          </p:cNvPicPr>
          <p:nvPr/>
        </p:nvPicPr>
        <p:blipFill>
          <a:blip r:embed="rId5"/>
          <a:stretch>
            <a:fillRect/>
          </a:stretch>
        </p:blipFill>
        <p:spPr>
          <a:xfrm>
            <a:off x="237723" y="5095720"/>
            <a:ext cx="6375400" cy="863600"/>
          </a:xfrm>
          <a:prstGeom prst="rect">
            <a:avLst/>
          </a:prstGeom>
        </p:spPr>
      </p:pic>
      <p:pic>
        <p:nvPicPr>
          <p:cNvPr id="21" name="그림 20">
            <a:extLst>
              <a:ext uri="{FF2B5EF4-FFF2-40B4-BE49-F238E27FC236}">
                <a16:creationId xmlns:a16="http://schemas.microsoft.com/office/drawing/2014/main" id="{AA59F29D-889D-C16F-7FE6-359754E4D2D6}"/>
              </a:ext>
            </a:extLst>
          </p:cNvPr>
          <p:cNvPicPr>
            <a:picLocks noChangeAspect="1"/>
          </p:cNvPicPr>
          <p:nvPr/>
        </p:nvPicPr>
        <p:blipFill>
          <a:blip r:embed="rId6"/>
          <a:stretch>
            <a:fillRect/>
          </a:stretch>
        </p:blipFill>
        <p:spPr>
          <a:xfrm>
            <a:off x="6552713" y="168912"/>
            <a:ext cx="5553964" cy="1593455"/>
          </a:xfrm>
          <a:prstGeom prst="rect">
            <a:avLst/>
          </a:prstGeom>
        </p:spPr>
      </p:pic>
      <p:graphicFrame>
        <p:nvGraphicFramePr>
          <p:cNvPr id="22" name="표 21">
            <a:extLst>
              <a:ext uri="{FF2B5EF4-FFF2-40B4-BE49-F238E27FC236}">
                <a16:creationId xmlns:a16="http://schemas.microsoft.com/office/drawing/2014/main" id="{EF817909-5E17-900B-C4FF-C894F261C812}"/>
              </a:ext>
            </a:extLst>
          </p:cNvPr>
          <p:cNvGraphicFramePr>
            <a:graphicFrameLocks noGrp="1"/>
          </p:cNvGraphicFramePr>
          <p:nvPr>
            <p:extLst>
              <p:ext uri="{D42A27DB-BD31-4B8C-83A1-F6EECF244321}">
                <p14:modId xmlns:p14="http://schemas.microsoft.com/office/powerpoint/2010/main" val="3278664400"/>
              </p:ext>
            </p:extLst>
          </p:nvPr>
        </p:nvGraphicFramePr>
        <p:xfrm>
          <a:off x="7643191" y="1892885"/>
          <a:ext cx="4463487" cy="4498321"/>
        </p:xfrm>
        <a:graphic>
          <a:graphicData uri="http://schemas.openxmlformats.org/drawingml/2006/table">
            <a:tbl>
              <a:tblPr/>
              <a:tblGrid>
                <a:gridCol w="164134">
                  <a:extLst>
                    <a:ext uri="{9D8B030D-6E8A-4147-A177-3AD203B41FA5}">
                      <a16:colId xmlns:a16="http://schemas.microsoft.com/office/drawing/2014/main" val="1413906070"/>
                    </a:ext>
                  </a:extLst>
                </a:gridCol>
                <a:gridCol w="576965">
                  <a:extLst>
                    <a:ext uri="{9D8B030D-6E8A-4147-A177-3AD203B41FA5}">
                      <a16:colId xmlns:a16="http://schemas.microsoft.com/office/drawing/2014/main" val="2206934643"/>
                    </a:ext>
                  </a:extLst>
                </a:gridCol>
                <a:gridCol w="576320">
                  <a:extLst>
                    <a:ext uri="{9D8B030D-6E8A-4147-A177-3AD203B41FA5}">
                      <a16:colId xmlns:a16="http://schemas.microsoft.com/office/drawing/2014/main" val="2012698932"/>
                    </a:ext>
                  </a:extLst>
                </a:gridCol>
                <a:gridCol w="523921">
                  <a:extLst>
                    <a:ext uri="{9D8B030D-6E8A-4147-A177-3AD203B41FA5}">
                      <a16:colId xmlns:a16="http://schemas.microsoft.com/office/drawing/2014/main" val="291323550"/>
                    </a:ext>
                  </a:extLst>
                </a:gridCol>
                <a:gridCol w="804629">
                  <a:extLst>
                    <a:ext uri="{9D8B030D-6E8A-4147-A177-3AD203B41FA5}">
                      <a16:colId xmlns:a16="http://schemas.microsoft.com/office/drawing/2014/main" val="1250809057"/>
                    </a:ext>
                  </a:extLst>
                </a:gridCol>
                <a:gridCol w="833029">
                  <a:extLst>
                    <a:ext uri="{9D8B030D-6E8A-4147-A177-3AD203B41FA5}">
                      <a16:colId xmlns:a16="http://schemas.microsoft.com/office/drawing/2014/main" val="299378727"/>
                    </a:ext>
                  </a:extLst>
                </a:gridCol>
                <a:gridCol w="984489">
                  <a:extLst>
                    <a:ext uri="{9D8B030D-6E8A-4147-A177-3AD203B41FA5}">
                      <a16:colId xmlns:a16="http://schemas.microsoft.com/office/drawing/2014/main" val="856777617"/>
                    </a:ext>
                  </a:extLst>
                </a:gridCol>
              </a:tblGrid>
              <a:tr h="342445">
                <a:tc>
                  <a:txBody>
                    <a:bodyPr/>
                    <a:lstStyle/>
                    <a:p>
                      <a:pPr algn="ctr"/>
                      <a:endParaRPr lang="ko-KR" altLang="en-US" sz="1000" b="1" dirty="0">
                        <a:effectLst/>
                        <a:latin typeface="Arial" panose="020B0604020202020204" pitchFamily="34" charset="0"/>
                      </a:endParaRP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00" b="1" dirty="0">
                          <a:effectLst/>
                          <a:latin typeface="Arial" panose="020B0604020202020204" pitchFamily="34" charset="0"/>
                        </a:rPr>
                        <a:t>time</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00" b="1" dirty="0" err="1">
                          <a:effectLst/>
                          <a:latin typeface="Arial" panose="020B0604020202020204" pitchFamily="34" charset="0"/>
                        </a:rPr>
                        <a:t>previous_state</a:t>
                      </a:r>
                      <a:endParaRPr lang="en" sz="1000" b="1" dirty="0">
                        <a:effectLst/>
                        <a:latin typeface="Arial" panose="020B0604020202020204" pitchFamily="34" charset="0"/>
                      </a:endParaRP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00" b="1" dirty="0" err="1">
                          <a:effectLst/>
                          <a:latin typeface="Arial" panose="020B0604020202020204" pitchFamily="34" charset="0"/>
                        </a:rPr>
                        <a:t>current_state</a:t>
                      </a:r>
                      <a:endParaRPr lang="en" sz="1000" b="1" dirty="0">
                        <a:effectLst/>
                        <a:latin typeface="Arial" panose="020B0604020202020204" pitchFamily="34" charset="0"/>
                      </a:endParaRP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00" b="1" dirty="0" err="1">
                          <a:effectLst/>
                          <a:latin typeface="Arial" panose="020B0604020202020204" pitchFamily="34" charset="0"/>
                        </a:rPr>
                        <a:t>optimal_next_state</a:t>
                      </a:r>
                      <a:endParaRPr lang="en" sz="1000" b="1" dirty="0">
                        <a:effectLst/>
                        <a:latin typeface="Arial" panose="020B0604020202020204" pitchFamily="34" charset="0"/>
                      </a:endParaRP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00" b="1">
                          <a:effectLst/>
                          <a:latin typeface="Arial" panose="020B0604020202020204" pitchFamily="34" charset="0"/>
                        </a:rPr>
                        <a:t>delta_t</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00" b="1" dirty="0" err="1">
                          <a:effectLst/>
                          <a:latin typeface="Arial" panose="020B0604020202020204" pitchFamily="34" charset="0"/>
                        </a:rPr>
                        <a:t>state_value</a:t>
                      </a:r>
                      <a:endParaRPr lang="en" sz="1000" b="1" dirty="0">
                        <a:effectLst/>
                        <a:latin typeface="Arial" panose="020B0604020202020204" pitchFamily="34" charset="0"/>
                      </a:endParaRP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extLst>
                  <a:ext uri="{0D108BD9-81ED-4DB2-BD59-A6C34878D82A}">
                    <a16:rowId xmlns:a16="http://schemas.microsoft.com/office/drawing/2014/main" val="113926299"/>
                  </a:ext>
                </a:extLst>
              </a:tr>
              <a:tr h="255524">
                <a:tc>
                  <a:txBody>
                    <a:bodyPr/>
                    <a:lstStyle/>
                    <a:p>
                      <a:pPr algn="ctr"/>
                      <a:r>
                        <a:rPr lang="en-US" altLang="ko-KR" sz="1000" b="1">
                          <a:effectLst/>
                          <a:latin typeface="Arial" panose="020B0604020202020204" pitchFamily="34" charset="0"/>
                        </a:rPr>
                        <a:t>1</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0</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34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 sz="1000" dirty="0" err="1">
                          <a:effectLst/>
                          <a:latin typeface="Arial" panose="020B0604020202020204" pitchFamily="34" charset="0"/>
                        </a:rPr>
                        <a:t>NaN</a:t>
                      </a:r>
                      <a:endParaRPr lang="en" sz="1000" dirty="0">
                        <a:effectLst/>
                        <a:latin typeface="Arial" panose="020B0604020202020204" pitchFamily="34" charset="0"/>
                      </a:endParaRP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22037699"/>
                  </a:ext>
                </a:extLst>
              </a:tr>
              <a:tr h="255524">
                <a:tc>
                  <a:txBody>
                    <a:bodyPr/>
                    <a:lstStyle/>
                    <a:p>
                      <a:pPr algn="ctr"/>
                      <a:r>
                        <a:rPr lang="en-US" altLang="ko-KR" sz="1000" b="1">
                          <a:effectLst/>
                          <a:latin typeface="Arial" panose="020B0604020202020204" pitchFamily="34" charset="0"/>
                        </a:rPr>
                        <a:t>2</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-0.092355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37313174"/>
                  </a:ext>
                </a:extLst>
              </a:tr>
              <a:tr h="255524">
                <a:tc>
                  <a:txBody>
                    <a:bodyPr/>
                    <a:lstStyle/>
                    <a:p>
                      <a:pPr algn="ctr"/>
                      <a:r>
                        <a:rPr lang="en-US" altLang="ko-KR" sz="1000" b="1">
                          <a:effectLst/>
                          <a:latin typeface="Arial" panose="020B0604020202020204" pitchFamily="34" charset="0"/>
                        </a:rPr>
                        <a:t>3</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1187</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-0.070925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45927919"/>
                  </a:ext>
                </a:extLst>
              </a:tr>
              <a:tr h="255524">
                <a:tc>
                  <a:txBody>
                    <a:bodyPr/>
                    <a:lstStyle/>
                    <a:p>
                      <a:pPr algn="ctr"/>
                      <a:r>
                        <a:rPr lang="en-US" altLang="ko-KR" sz="1000" b="1">
                          <a:effectLst/>
                          <a:latin typeface="Arial" panose="020B0604020202020204" pitchFamily="34" charset="0"/>
                        </a:rPr>
                        <a:t>4</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1780.5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38</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-0.052136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41670303"/>
                  </a:ext>
                </a:extLst>
              </a:tr>
              <a:tr h="255524">
                <a:tc>
                  <a:txBody>
                    <a:bodyPr/>
                    <a:lstStyle/>
                    <a:p>
                      <a:pPr algn="ctr"/>
                      <a:r>
                        <a:rPr lang="en-US" altLang="ko-KR" sz="1000" b="1">
                          <a:effectLst/>
                          <a:latin typeface="Arial" panose="020B0604020202020204" pitchFamily="34" charset="0"/>
                        </a:rPr>
                        <a:t>5</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2374.1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38</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39</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-0.039773</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28793339"/>
                  </a:ext>
                </a:extLst>
              </a:tr>
              <a:tr h="255524">
                <a:tc>
                  <a:txBody>
                    <a:bodyPr/>
                    <a:lstStyle/>
                    <a:p>
                      <a:pPr algn="ctr"/>
                      <a:r>
                        <a:rPr lang="en-US" altLang="ko-KR" sz="1000" b="1">
                          <a:effectLst/>
                          <a:latin typeface="Arial" panose="020B0604020202020204" pitchFamily="34" charset="0"/>
                        </a:rPr>
                        <a:t>6</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2967.6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38</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39</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-0.038613</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60823568"/>
                  </a:ext>
                </a:extLst>
              </a:tr>
              <a:tr h="371232">
                <a:tc>
                  <a:txBody>
                    <a:bodyPr/>
                    <a:lstStyle/>
                    <a:p>
                      <a:pPr algn="ctr"/>
                      <a:r>
                        <a:rPr lang="en-US" altLang="ko-KR" sz="1000" b="1">
                          <a:effectLst/>
                          <a:latin typeface="Arial" panose="020B0604020202020204" pitchFamily="34" charset="0"/>
                        </a:rPr>
                        <a:t>7</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3561.1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39</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44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-0.031591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37169063"/>
                  </a:ext>
                </a:extLst>
              </a:tr>
              <a:tr h="255524">
                <a:tc>
                  <a:txBody>
                    <a:bodyPr/>
                    <a:lstStyle/>
                    <a:p>
                      <a:pPr algn="ctr"/>
                      <a:r>
                        <a:rPr lang="en-US" altLang="ko-KR" sz="1000" b="1">
                          <a:effectLst/>
                          <a:latin typeface="Arial" panose="020B0604020202020204" pitchFamily="34" charset="0"/>
                        </a:rPr>
                        <a:t>8</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4154.6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14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44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38</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-0.019682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15778951"/>
                  </a:ext>
                </a:extLst>
              </a:tr>
              <a:tr h="255524">
                <a:tc>
                  <a:txBody>
                    <a:bodyPr/>
                    <a:lstStyle/>
                    <a:p>
                      <a:pPr algn="ctr"/>
                      <a:r>
                        <a:rPr lang="en-US" altLang="ko-KR" sz="1000" b="1">
                          <a:effectLst/>
                          <a:latin typeface="Arial" panose="020B0604020202020204" pitchFamily="34" charset="0"/>
                        </a:rPr>
                        <a:t>9</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4748.1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44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38</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10</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-0.01564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0416498"/>
                  </a:ext>
                </a:extLst>
              </a:tr>
              <a:tr h="255524">
                <a:tc>
                  <a:txBody>
                    <a:bodyPr/>
                    <a:lstStyle/>
                    <a:p>
                      <a:pPr algn="ctr"/>
                      <a:r>
                        <a:rPr lang="en-US" altLang="ko-KR" sz="1000" b="1">
                          <a:effectLst/>
                          <a:latin typeface="Arial" panose="020B0604020202020204" pitchFamily="34" charset="0"/>
                        </a:rPr>
                        <a:t>10</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5341.6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38</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10</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-0.01085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47718823"/>
                  </a:ext>
                </a:extLst>
              </a:tr>
              <a:tr h="371232">
                <a:tc>
                  <a:txBody>
                    <a:bodyPr/>
                    <a:lstStyle/>
                    <a:p>
                      <a:pPr algn="ctr"/>
                      <a:r>
                        <a:rPr lang="en-US" altLang="ko-KR" sz="1000" b="1">
                          <a:effectLst/>
                          <a:latin typeface="Arial" panose="020B0604020202020204" pitchFamily="34" charset="0"/>
                        </a:rPr>
                        <a:t>11</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10</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66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-0.0099955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96068664"/>
                  </a:ext>
                </a:extLst>
              </a:tr>
              <a:tr h="371232">
                <a:tc>
                  <a:txBody>
                    <a:bodyPr/>
                    <a:lstStyle/>
                    <a:p>
                      <a:pPr algn="ctr"/>
                      <a:r>
                        <a:rPr lang="en-US" altLang="ko-KR" sz="1000" b="1">
                          <a:effectLst/>
                          <a:latin typeface="Arial" panose="020B0604020202020204" pitchFamily="34" charset="0"/>
                        </a:rPr>
                        <a:t>12</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6528.7</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66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53</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-0.0047658</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50582804"/>
                  </a:ext>
                </a:extLst>
              </a:tr>
              <a:tr h="371232">
                <a:tc>
                  <a:txBody>
                    <a:bodyPr/>
                    <a:lstStyle/>
                    <a:p>
                      <a:pPr algn="ctr"/>
                      <a:r>
                        <a:rPr lang="en-US" altLang="ko-KR" sz="1000" b="1">
                          <a:effectLst/>
                          <a:latin typeface="Arial" panose="020B0604020202020204" pitchFamily="34" charset="0"/>
                        </a:rPr>
                        <a:t>13</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7122.2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66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53</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19</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-0.0021582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77935478"/>
                  </a:ext>
                </a:extLst>
              </a:tr>
              <a:tr h="371232">
                <a:tc>
                  <a:txBody>
                    <a:bodyPr/>
                    <a:lstStyle/>
                    <a:p>
                      <a:pPr algn="ctr"/>
                      <a:r>
                        <a:rPr lang="en-US" altLang="ko-KR" sz="1000" b="1">
                          <a:effectLst/>
                          <a:latin typeface="Arial" panose="020B0604020202020204" pitchFamily="34" charset="0"/>
                        </a:rPr>
                        <a:t>14</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7715.7</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53</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19</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12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-0.0014469</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36298279"/>
                  </a:ext>
                </a:extLst>
              </a:tr>
            </a:tbl>
          </a:graphicData>
        </a:graphic>
      </p:graphicFrame>
    </p:spTree>
    <p:extLst>
      <p:ext uri="{BB962C8B-B14F-4D97-AF65-F5344CB8AC3E}">
        <p14:creationId xmlns:p14="http://schemas.microsoft.com/office/powerpoint/2010/main" val="3278046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E440C6-263E-F123-41E1-9F54DAC1B715}"/>
              </a:ext>
            </a:extLst>
          </p:cNvPr>
          <p:cNvSpPr>
            <a:spLocks noGrp="1"/>
          </p:cNvSpPr>
          <p:nvPr>
            <p:ph type="title"/>
          </p:nvPr>
        </p:nvSpPr>
        <p:spPr/>
        <p:txBody>
          <a:bodyPr/>
          <a:lstStyle/>
          <a:p>
            <a:r>
              <a:rPr kumimoji="1" lang="en-US" altLang="ko-KR" dirty="0"/>
              <a:t>MDP Structure</a:t>
            </a:r>
            <a:endParaRPr kumimoji="1" lang="ko-KR" altLang="en-US" dirty="0"/>
          </a:p>
        </p:txBody>
      </p:sp>
      <p:sp>
        <p:nvSpPr>
          <p:cNvPr id="4" name="슬라이드 번호 개체 틀 3">
            <a:extLst>
              <a:ext uri="{FF2B5EF4-FFF2-40B4-BE49-F238E27FC236}">
                <a16:creationId xmlns:a16="http://schemas.microsoft.com/office/drawing/2014/main" id="{C4403F6B-0C91-5556-3BD0-B1320DA93388}"/>
              </a:ext>
            </a:extLst>
          </p:cNvPr>
          <p:cNvSpPr>
            <a:spLocks noGrp="1"/>
          </p:cNvSpPr>
          <p:nvPr>
            <p:ph type="sldNum" sz="quarter" idx="12"/>
          </p:nvPr>
        </p:nvSpPr>
        <p:spPr/>
        <p:txBody>
          <a:bodyPr/>
          <a:lstStyle/>
          <a:p>
            <a:fld id="{DD7BFE16-0181-744A-9D9D-D87AFEC7100D}" type="slidenum">
              <a:rPr lang="en-US" altLang="ko-KR" smtClean="0"/>
              <a:pPr/>
              <a:t>9</a:t>
            </a:fld>
            <a:endParaRPr lang="en-US" altLang="ko-KR" dirty="0"/>
          </a:p>
        </p:txBody>
      </p:sp>
      <p:pic>
        <p:nvPicPr>
          <p:cNvPr id="6" name="그림 5" descr="텍스트, 스크린샷, 폰트, 번호이(가) 표시된 사진&#10;&#10;자동 생성된 설명">
            <a:extLst>
              <a:ext uri="{FF2B5EF4-FFF2-40B4-BE49-F238E27FC236}">
                <a16:creationId xmlns:a16="http://schemas.microsoft.com/office/drawing/2014/main" id="{B1A27511-F8F6-A66F-8616-29C624163CBC}"/>
              </a:ext>
            </a:extLst>
          </p:cNvPr>
          <p:cNvPicPr>
            <a:picLocks noChangeAspect="1"/>
          </p:cNvPicPr>
          <p:nvPr/>
        </p:nvPicPr>
        <p:blipFill>
          <a:blip r:embed="rId2"/>
          <a:stretch>
            <a:fillRect/>
          </a:stretch>
        </p:blipFill>
        <p:spPr>
          <a:xfrm>
            <a:off x="369111" y="1625751"/>
            <a:ext cx="2093928" cy="2907338"/>
          </a:xfrm>
          <a:prstGeom prst="rect">
            <a:avLst/>
          </a:prstGeom>
        </p:spPr>
      </p:pic>
      <p:pic>
        <p:nvPicPr>
          <p:cNvPr id="8" name="그림 7" descr="텍스트, 스크린샷, 폰트, 번호이(가) 표시된 사진&#10;&#10;자동 생성된 설명">
            <a:extLst>
              <a:ext uri="{FF2B5EF4-FFF2-40B4-BE49-F238E27FC236}">
                <a16:creationId xmlns:a16="http://schemas.microsoft.com/office/drawing/2014/main" id="{B8152651-BF86-7976-29DC-E39933DAE08D}"/>
              </a:ext>
            </a:extLst>
          </p:cNvPr>
          <p:cNvPicPr>
            <a:picLocks noChangeAspect="1"/>
          </p:cNvPicPr>
          <p:nvPr/>
        </p:nvPicPr>
        <p:blipFill>
          <a:blip r:embed="rId3"/>
          <a:stretch>
            <a:fillRect/>
          </a:stretch>
        </p:blipFill>
        <p:spPr>
          <a:xfrm>
            <a:off x="2702532" y="1625751"/>
            <a:ext cx="2910893" cy="2343134"/>
          </a:xfrm>
          <a:prstGeom prst="rect">
            <a:avLst/>
          </a:prstGeom>
        </p:spPr>
      </p:pic>
      <p:pic>
        <p:nvPicPr>
          <p:cNvPr id="10" name="그림 9">
            <a:extLst>
              <a:ext uri="{FF2B5EF4-FFF2-40B4-BE49-F238E27FC236}">
                <a16:creationId xmlns:a16="http://schemas.microsoft.com/office/drawing/2014/main" id="{0612B520-E546-CD1D-6CA4-9CD8F0570642}"/>
              </a:ext>
            </a:extLst>
          </p:cNvPr>
          <p:cNvPicPr>
            <a:picLocks noChangeAspect="1"/>
          </p:cNvPicPr>
          <p:nvPr/>
        </p:nvPicPr>
        <p:blipFill>
          <a:blip r:embed="rId4"/>
          <a:stretch>
            <a:fillRect/>
          </a:stretch>
        </p:blipFill>
        <p:spPr>
          <a:xfrm>
            <a:off x="2750257" y="3968885"/>
            <a:ext cx="2910893" cy="1230841"/>
          </a:xfrm>
          <a:prstGeom prst="rect">
            <a:avLst/>
          </a:prstGeom>
        </p:spPr>
      </p:pic>
      <p:pic>
        <p:nvPicPr>
          <p:cNvPr id="18" name="그림 17" descr="텍스트, 스크린샷, 폰트, 대수학이(가) 표시된 사진&#10;&#10;자동 생성된 설명">
            <a:extLst>
              <a:ext uri="{FF2B5EF4-FFF2-40B4-BE49-F238E27FC236}">
                <a16:creationId xmlns:a16="http://schemas.microsoft.com/office/drawing/2014/main" id="{A79DBD80-FB85-2CC6-2206-12F9AFF82CB6}"/>
              </a:ext>
            </a:extLst>
          </p:cNvPr>
          <p:cNvPicPr>
            <a:picLocks noChangeAspect="1"/>
          </p:cNvPicPr>
          <p:nvPr/>
        </p:nvPicPr>
        <p:blipFill>
          <a:blip r:embed="rId5"/>
          <a:stretch>
            <a:fillRect/>
          </a:stretch>
        </p:blipFill>
        <p:spPr>
          <a:xfrm>
            <a:off x="8298226" y="1491495"/>
            <a:ext cx="3524663" cy="1438934"/>
          </a:xfrm>
          <a:prstGeom prst="rect">
            <a:avLst/>
          </a:prstGeom>
        </p:spPr>
      </p:pic>
      <p:pic>
        <p:nvPicPr>
          <p:cNvPr id="20" name="그림 19" descr="텍스트, 폰트, 스크린샷, 화이트이(가) 표시된 사진&#10;&#10;자동 생성된 설명">
            <a:extLst>
              <a:ext uri="{FF2B5EF4-FFF2-40B4-BE49-F238E27FC236}">
                <a16:creationId xmlns:a16="http://schemas.microsoft.com/office/drawing/2014/main" id="{E53F1227-261A-A627-0BE7-F878E4B42212}"/>
              </a:ext>
            </a:extLst>
          </p:cNvPr>
          <p:cNvPicPr>
            <a:picLocks noChangeAspect="1"/>
          </p:cNvPicPr>
          <p:nvPr/>
        </p:nvPicPr>
        <p:blipFill>
          <a:blip r:embed="rId6"/>
          <a:stretch>
            <a:fillRect/>
          </a:stretch>
        </p:blipFill>
        <p:spPr>
          <a:xfrm>
            <a:off x="8281474" y="3050237"/>
            <a:ext cx="2871802" cy="1562938"/>
          </a:xfrm>
          <a:prstGeom prst="rect">
            <a:avLst/>
          </a:prstGeom>
        </p:spPr>
      </p:pic>
      <p:pic>
        <p:nvPicPr>
          <p:cNvPr id="22" name="그림 21" descr="텍스트, 폰트, 영수증, 대수학이(가) 표시된 사진&#10;&#10;자동 생성된 설명">
            <a:extLst>
              <a:ext uri="{FF2B5EF4-FFF2-40B4-BE49-F238E27FC236}">
                <a16:creationId xmlns:a16="http://schemas.microsoft.com/office/drawing/2014/main" id="{17F5989F-3DED-BB06-0C7E-DD76C2BCBBB1}"/>
              </a:ext>
            </a:extLst>
          </p:cNvPr>
          <p:cNvPicPr>
            <a:picLocks noChangeAspect="1"/>
          </p:cNvPicPr>
          <p:nvPr/>
        </p:nvPicPr>
        <p:blipFill>
          <a:blip r:embed="rId7"/>
          <a:stretch>
            <a:fillRect/>
          </a:stretch>
        </p:blipFill>
        <p:spPr>
          <a:xfrm>
            <a:off x="7858598" y="5030360"/>
            <a:ext cx="3964291" cy="861549"/>
          </a:xfrm>
          <a:prstGeom prst="rect">
            <a:avLst/>
          </a:prstGeom>
        </p:spPr>
      </p:pic>
      <p:pic>
        <p:nvPicPr>
          <p:cNvPr id="24" name="그림 23" descr="텍스트, 스크린샷, 폰트, 번호이(가) 표시된 사진&#10;&#10;자동 생성된 설명">
            <a:extLst>
              <a:ext uri="{FF2B5EF4-FFF2-40B4-BE49-F238E27FC236}">
                <a16:creationId xmlns:a16="http://schemas.microsoft.com/office/drawing/2014/main" id="{B4E3DF2E-08B1-CE3B-F89B-A79B0E71381E}"/>
              </a:ext>
            </a:extLst>
          </p:cNvPr>
          <p:cNvPicPr>
            <a:picLocks noChangeAspect="1"/>
          </p:cNvPicPr>
          <p:nvPr/>
        </p:nvPicPr>
        <p:blipFill>
          <a:blip r:embed="rId8"/>
          <a:stretch>
            <a:fillRect/>
          </a:stretch>
        </p:blipFill>
        <p:spPr>
          <a:xfrm>
            <a:off x="5948367" y="1396865"/>
            <a:ext cx="2432559" cy="1624010"/>
          </a:xfrm>
          <a:prstGeom prst="rect">
            <a:avLst/>
          </a:prstGeom>
        </p:spPr>
      </p:pic>
      <p:pic>
        <p:nvPicPr>
          <p:cNvPr id="26" name="그림 25" descr="텍스트, 폰트, 스크린샷, 흑백이(가) 표시된 사진&#10;&#10;자동 생성된 설명">
            <a:extLst>
              <a:ext uri="{FF2B5EF4-FFF2-40B4-BE49-F238E27FC236}">
                <a16:creationId xmlns:a16="http://schemas.microsoft.com/office/drawing/2014/main" id="{CE04109D-4977-AC8C-85F1-B76956D8AD35}"/>
              </a:ext>
            </a:extLst>
          </p:cNvPr>
          <p:cNvPicPr>
            <a:picLocks noChangeAspect="1"/>
          </p:cNvPicPr>
          <p:nvPr/>
        </p:nvPicPr>
        <p:blipFill>
          <a:blip r:embed="rId9"/>
          <a:stretch>
            <a:fillRect/>
          </a:stretch>
        </p:blipFill>
        <p:spPr>
          <a:xfrm>
            <a:off x="6177970" y="3054922"/>
            <a:ext cx="2055779" cy="1318802"/>
          </a:xfrm>
          <a:prstGeom prst="rect">
            <a:avLst/>
          </a:prstGeom>
        </p:spPr>
      </p:pic>
    </p:spTree>
    <p:extLst>
      <p:ext uri="{BB962C8B-B14F-4D97-AF65-F5344CB8AC3E}">
        <p14:creationId xmlns:p14="http://schemas.microsoft.com/office/powerpoint/2010/main" val="2318642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03536-5CA8-6C72-EF99-BA891F7DBDC0}"/>
              </a:ext>
            </a:extLst>
          </p:cNvPr>
          <p:cNvSpPr>
            <a:spLocks noGrp="1"/>
          </p:cNvSpPr>
          <p:nvPr>
            <p:ph type="title"/>
          </p:nvPr>
        </p:nvSpPr>
        <p:spPr/>
        <p:txBody>
          <a:bodyPr/>
          <a:lstStyle/>
          <a:p>
            <a:r>
              <a:rPr kumimoji="1" lang="en-US" altLang="ko-KR" dirty="0"/>
              <a:t>RPOD Case - </a:t>
            </a:r>
            <a:r>
              <a:rPr kumimoji="1" lang="en-US" altLang="ko-KR" dirty="0" err="1"/>
              <a:t>GlideSlope</a:t>
            </a:r>
            <a:endParaRPr kumimoji="1" lang="ko-KR" altLang="en-US" dirty="0"/>
          </a:p>
        </p:txBody>
      </p:sp>
      <p:sp>
        <p:nvSpPr>
          <p:cNvPr id="4" name="슬라이드 번호 개체 틀 3">
            <a:extLst>
              <a:ext uri="{FF2B5EF4-FFF2-40B4-BE49-F238E27FC236}">
                <a16:creationId xmlns:a16="http://schemas.microsoft.com/office/drawing/2014/main" id="{97AE05CA-4F8F-1358-3400-90742F2801B2}"/>
              </a:ext>
            </a:extLst>
          </p:cNvPr>
          <p:cNvSpPr>
            <a:spLocks noGrp="1"/>
          </p:cNvSpPr>
          <p:nvPr>
            <p:ph type="sldNum" sz="quarter" idx="12"/>
          </p:nvPr>
        </p:nvSpPr>
        <p:spPr/>
        <p:txBody>
          <a:bodyPr/>
          <a:lstStyle/>
          <a:p>
            <a:fld id="{DD7BFE16-0181-744A-9D9D-D87AFEC7100D}" type="slidenum">
              <a:rPr lang="en-US" altLang="ko-KR" smtClean="0"/>
              <a:pPr/>
              <a:t>10</a:t>
            </a:fld>
            <a:endParaRPr lang="en-US" altLang="ko-KR" dirty="0"/>
          </a:p>
        </p:txBody>
      </p:sp>
      <p:graphicFrame>
        <p:nvGraphicFramePr>
          <p:cNvPr id="6" name="표 5">
            <a:extLst>
              <a:ext uri="{FF2B5EF4-FFF2-40B4-BE49-F238E27FC236}">
                <a16:creationId xmlns:a16="http://schemas.microsoft.com/office/drawing/2014/main" id="{E9230FD2-EEAE-6770-93D6-2A1A6E1B456B}"/>
              </a:ext>
            </a:extLst>
          </p:cNvPr>
          <p:cNvGraphicFramePr>
            <a:graphicFrameLocks noGrp="1"/>
          </p:cNvGraphicFramePr>
          <p:nvPr>
            <p:extLst>
              <p:ext uri="{D42A27DB-BD31-4B8C-83A1-F6EECF244321}">
                <p14:modId xmlns:p14="http://schemas.microsoft.com/office/powerpoint/2010/main" val="2735614908"/>
              </p:ext>
            </p:extLst>
          </p:nvPr>
        </p:nvGraphicFramePr>
        <p:xfrm>
          <a:off x="10405832" y="1094250"/>
          <a:ext cx="1683685" cy="4483034"/>
        </p:xfrm>
        <a:graphic>
          <a:graphicData uri="http://schemas.openxmlformats.org/drawingml/2006/table">
            <a:tbl>
              <a:tblPr/>
              <a:tblGrid>
                <a:gridCol w="160148">
                  <a:extLst>
                    <a:ext uri="{9D8B030D-6E8A-4147-A177-3AD203B41FA5}">
                      <a16:colId xmlns:a16="http://schemas.microsoft.com/office/drawing/2014/main" val="1413906070"/>
                    </a:ext>
                  </a:extLst>
                </a:gridCol>
                <a:gridCol w="562954">
                  <a:extLst>
                    <a:ext uri="{9D8B030D-6E8A-4147-A177-3AD203B41FA5}">
                      <a16:colId xmlns:a16="http://schemas.microsoft.com/office/drawing/2014/main" val="2206934643"/>
                    </a:ext>
                  </a:extLst>
                </a:gridCol>
                <a:gridCol w="960583">
                  <a:extLst>
                    <a:ext uri="{9D8B030D-6E8A-4147-A177-3AD203B41FA5}">
                      <a16:colId xmlns:a16="http://schemas.microsoft.com/office/drawing/2014/main" val="856777617"/>
                    </a:ext>
                  </a:extLst>
                </a:gridCol>
              </a:tblGrid>
              <a:tr h="265954">
                <a:tc>
                  <a:txBody>
                    <a:bodyPr/>
                    <a:lstStyle/>
                    <a:p>
                      <a:pPr algn="ctr"/>
                      <a:endParaRPr lang="ko-KR" altLang="en-US" sz="1000" b="1" dirty="0">
                        <a:effectLst/>
                        <a:latin typeface="Arial" panose="020B0604020202020204" pitchFamily="34" charset="0"/>
                      </a:endParaRP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00" b="1" dirty="0">
                          <a:effectLst/>
                          <a:latin typeface="Arial" panose="020B0604020202020204" pitchFamily="34" charset="0"/>
                        </a:rPr>
                        <a:t>time</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00" b="1">
                          <a:effectLst/>
                          <a:latin typeface="Arial" panose="020B0604020202020204" pitchFamily="34" charset="0"/>
                        </a:rPr>
                        <a:t>state_value</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extLst>
                  <a:ext uri="{0D108BD9-81ED-4DB2-BD59-A6C34878D82A}">
                    <a16:rowId xmlns:a16="http://schemas.microsoft.com/office/drawing/2014/main" val="113926299"/>
                  </a:ext>
                </a:extLst>
              </a:tr>
              <a:tr h="253975">
                <a:tc>
                  <a:txBody>
                    <a:bodyPr/>
                    <a:lstStyle/>
                    <a:p>
                      <a:pPr algn="ctr"/>
                      <a:r>
                        <a:rPr lang="en-US" altLang="ko-KR" sz="1000" b="1">
                          <a:effectLst/>
                          <a:latin typeface="Arial" panose="020B0604020202020204" pitchFamily="34" charset="0"/>
                        </a:rPr>
                        <a:t>1</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0</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 sz="1000">
                          <a:effectLst/>
                          <a:latin typeface="Arial" panose="020B0604020202020204" pitchFamily="34" charset="0"/>
                        </a:rPr>
                        <a:t>NaN</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22037699"/>
                  </a:ext>
                </a:extLst>
              </a:tr>
              <a:tr h="253975">
                <a:tc>
                  <a:txBody>
                    <a:bodyPr/>
                    <a:lstStyle/>
                    <a:p>
                      <a:pPr algn="ctr"/>
                      <a:r>
                        <a:rPr lang="en-US" altLang="ko-KR" sz="1000" b="1">
                          <a:effectLst/>
                          <a:latin typeface="Arial" panose="020B0604020202020204" pitchFamily="34" charset="0"/>
                        </a:rPr>
                        <a:t>2</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-0.092355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37313174"/>
                  </a:ext>
                </a:extLst>
              </a:tr>
              <a:tr h="253975">
                <a:tc>
                  <a:txBody>
                    <a:bodyPr/>
                    <a:lstStyle/>
                    <a:p>
                      <a:pPr algn="ctr"/>
                      <a:r>
                        <a:rPr lang="en-US" altLang="ko-KR" sz="1000" b="1">
                          <a:effectLst/>
                          <a:latin typeface="Arial" panose="020B0604020202020204" pitchFamily="34" charset="0"/>
                        </a:rPr>
                        <a:t>3</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1187</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-0.070925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45927919"/>
                  </a:ext>
                </a:extLst>
              </a:tr>
              <a:tr h="253975">
                <a:tc>
                  <a:txBody>
                    <a:bodyPr/>
                    <a:lstStyle/>
                    <a:p>
                      <a:pPr algn="ctr"/>
                      <a:r>
                        <a:rPr lang="en-US" altLang="ko-KR" sz="1000" b="1">
                          <a:effectLst/>
                          <a:latin typeface="Arial" panose="020B0604020202020204" pitchFamily="34" charset="0"/>
                        </a:rPr>
                        <a:t>4</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1780.5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-0.052136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41670303"/>
                  </a:ext>
                </a:extLst>
              </a:tr>
              <a:tr h="253975">
                <a:tc>
                  <a:txBody>
                    <a:bodyPr/>
                    <a:lstStyle/>
                    <a:p>
                      <a:pPr algn="ctr"/>
                      <a:r>
                        <a:rPr lang="en-US" altLang="ko-KR" sz="1000" b="1">
                          <a:effectLst/>
                          <a:latin typeface="Arial" panose="020B0604020202020204" pitchFamily="34" charset="0"/>
                        </a:rPr>
                        <a:t>5</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2374.1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-0.039773</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28793339"/>
                  </a:ext>
                </a:extLst>
              </a:tr>
              <a:tr h="253975">
                <a:tc>
                  <a:txBody>
                    <a:bodyPr/>
                    <a:lstStyle/>
                    <a:p>
                      <a:pPr algn="ctr"/>
                      <a:r>
                        <a:rPr lang="en-US" altLang="ko-KR" sz="1000" b="1">
                          <a:effectLst/>
                          <a:latin typeface="Arial" panose="020B0604020202020204" pitchFamily="34" charset="0"/>
                        </a:rPr>
                        <a:t>6</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2967.6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-0.038613</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60823568"/>
                  </a:ext>
                </a:extLst>
              </a:tr>
              <a:tr h="368982">
                <a:tc>
                  <a:txBody>
                    <a:bodyPr/>
                    <a:lstStyle/>
                    <a:p>
                      <a:pPr algn="ctr"/>
                      <a:r>
                        <a:rPr lang="en-US" altLang="ko-KR" sz="1000" b="1">
                          <a:effectLst/>
                          <a:latin typeface="Arial" panose="020B0604020202020204" pitchFamily="34" charset="0"/>
                        </a:rPr>
                        <a:t>7</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3561.1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-0.031591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37169063"/>
                  </a:ext>
                </a:extLst>
              </a:tr>
              <a:tr h="253975">
                <a:tc>
                  <a:txBody>
                    <a:bodyPr/>
                    <a:lstStyle/>
                    <a:p>
                      <a:pPr algn="ctr"/>
                      <a:r>
                        <a:rPr lang="en-US" altLang="ko-KR" sz="1000" b="1">
                          <a:effectLst/>
                          <a:latin typeface="Arial" panose="020B0604020202020204" pitchFamily="34" charset="0"/>
                        </a:rPr>
                        <a:t>8</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4154.6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-0.019682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15778951"/>
                  </a:ext>
                </a:extLst>
              </a:tr>
              <a:tr h="253975">
                <a:tc>
                  <a:txBody>
                    <a:bodyPr/>
                    <a:lstStyle/>
                    <a:p>
                      <a:pPr algn="ctr"/>
                      <a:r>
                        <a:rPr lang="en-US" altLang="ko-KR" sz="1000" b="1">
                          <a:effectLst/>
                          <a:latin typeface="Arial" panose="020B0604020202020204" pitchFamily="34" charset="0"/>
                        </a:rPr>
                        <a:t>9</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4748.1</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-0.01564</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0416498"/>
                  </a:ext>
                </a:extLst>
              </a:tr>
              <a:tr h="253975">
                <a:tc>
                  <a:txBody>
                    <a:bodyPr/>
                    <a:lstStyle/>
                    <a:p>
                      <a:pPr algn="ctr"/>
                      <a:r>
                        <a:rPr lang="en-US" altLang="ko-KR" sz="1000" b="1">
                          <a:effectLst/>
                          <a:latin typeface="Arial" panose="020B0604020202020204" pitchFamily="34" charset="0"/>
                        </a:rPr>
                        <a:t>10</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5341.6</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-0.01085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47718823"/>
                  </a:ext>
                </a:extLst>
              </a:tr>
              <a:tr h="368982">
                <a:tc>
                  <a:txBody>
                    <a:bodyPr/>
                    <a:lstStyle/>
                    <a:p>
                      <a:pPr algn="ctr"/>
                      <a:r>
                        <a:rPr lang="en-US" altLang="ko-KR" sz="1000" b="1">
                          <a:effectLst/>
                          <a:latin typeface="Arial" panose="020B0604020202020204" pitchFamily="34" charset="0"/>
                        </a:rPr>
                        <a:t>11</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5935.2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-0.0099955</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96068664"/>
                  </a:ext>
                </a:extLst>
              </a:tr>
              <a:tr h="368982">
                <a:tc>
                  <a:txBody>
                    <a:bodyPr/>
                    <a:lstStyle/>
                    <a:p>
                      <a:pPr algn="ctr"/>
                      <a:r>
                        <a:rPr lang="en-US" altLang="ko-KR" sz="1000" b="1">
                          <a:effectLst/>
                          <a:latin typeface="Arial" panose="020B0604020202020204" pitchFamily="34" charset="0"/>
                        </a:rPr>
                        <a:t>12</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6528.7</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-0.0047658</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50582804"/>
                  </a:ext>
                </a:extLst>
              </a:tr>
              <a:tr h="368982">
                <a:tc>
                  <a:txBody>
                    <a:bodyPr/>
                    <a:lstStyle/>
                    <a:p>
                      <a:pPr algn="ctr"/>
                      <a:r>
                        <a:rPr lang="en-US" altLang="ko-KR" sz="1000" b="1">
                          <a:effectLst/>
                          <a:latin typeface="Arial" panose="020B0604020202020204" pitchFamily="34" charset="0"/>
                        </a:rPr>
                        <a:t>13</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7122.2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lang="en-US" altLang="ko-KR" sz="1000">
                          <a:effectLst/>
                          <a:latin typeface="Arial" panose="020B0604020202020204" pitchFamily="34" charset="0"/>
                        </a:rPr>
                        <a:t>-0.0021582</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77935478"/>
                  </a:ext>
                </a:extLst>
              </a:tr>
              <a:tr h="368982">
                <a:tc>
                  <a:txBody>
                    <a:bodyPr/>
                    <a:lstStyle/>
                    <a:p>
                      <a:pPr algn="ctr"/>
                      <a:r>
                        <a:rPr lang="en-US" altLang="ko-KR" sz="1000" b="1">
                          <a:effectLst/>
                          <a:latin typeface="Arial" panose="020B0604020202020204" pitchFamily="34" charset="0"/>
                        </a:rPr>
                        <a:t>14</a:t>
                      </a:r>
                    </a:p>
                  </a:txBody>
                  <a:tcPr marL="11857" marR="11857" marT="23713"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5F5F5"/>
                    </a:solidFill>
                  </a:tcPr>
                </a:tc>
                <a:tc>
                  <a:txBody>
                    <a:bodyPr/>
                    <a:lstStyle/>
                    <a:p>
                      <a:pPr algn="ctr"/>
                      <a:r>
                        <a:rPr lang="en-US" altLang="ko-KR" sz="1000" dirty="0">
                          <a:effectLst/>
                          <a:latin typeface="Arial" panose="020B0604020202020204" pitchFamily="34" charset="0"/>
                        </a:rPr>
                        <a:t>7715.7</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ctr"/>
                      <a:r>
                        <a:rPr lang="en-US" altLang="ko-KR" sz="1000" dirty="0">
                          <a:effectLst/>
                          <a:latin typeface="Arial" panose="020B0604020202020204" pitchFamily="34" charset="0"/>
                        </a:rPr>
                        <a:t>-0.0014469</a:t>
                      </a:r>
                    </a:p>
                  </a:txBody>
                  <a:tcPr marL="11857" marR="11857" marT="11857" marB="1185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36298279"/>
                  </a:ext>
                </a:extLst>
              </a:tr>
            </a:tbl>
          </a:graphicData>
        </a:graphic>
      </p:graphicFrame>
      <p:pic>
        <p:nvPicPr>
          <p:cNvPr id="11" name="그림 10">
            <a:extLst>
              <a:ext uri="{FF2B5EF4-FFF2-40B4-BE49-F238E27FC236}">
                <a16:creationId xmlns:a16="http://schemas.microsoft.com/office/drawing/2014/main" id="{AE24B20F-16E4-F23B-66C5-4BD28EAFD71A}"/>
              </a:ext>
            </a:extLst>
          </p:cNvPr>
          <p:cNvPicPr>
            <a:picLocks noChangeAspect="1"/>
          </p:cNvPicPr>
          <p:nvPr/>
        </p:nvPicPr>
        <p:blipFill>
          <a:blip r:embed="rId2"/>
          <a:stretch>
            <a:fillRect/>
          </a:stretch>
        </p:blipFill>
        <p:spPr>
          <a:xfrm>
            <a:off x="5793127" y="1674013"/>
            <a:ext cx="4359445" cy="2851805"/>
          </a:xfrm>
          <a:prstGeom prst="rect">
            <a:avLst/>
          </a:prstGeom>
        </p:spPr>
      </p:pic>
      <p:pic>
        <p:nvPicPr>
          <p:cNvPr id="12" name="그림 11">
            <a:extLst>
              <a:ext uri="{FF2B5EF4-FFF2-40B4-BE49-F238E27FC236}">
                <a16:creationId xmlns:a16="http://schemas.microsoft.com/office/drawing/2014/main" id="{08BC49B7-AEAE-FC8D-8136-771586085489}"/>
              </a:ext>
            </a:extLst>
          </p:cNvPr>
          <p:cNvPicPr>
            <a:picLocks noChangeAspect="1"/>
          </p:cNvPicPr>
          <p:nvPr/>
        </p:nvPicPr>
        <p:blipFill>
          <a:blip r:embed="rId3"/>
          <a:stretch>
            <a:fillRect/>
          </a:stretch>
        </p:blipFill>
        <p:spPr>
          <a:xfrm>
            <a:off x="276080" y="1321103"/>
            <a:ext cx="5263787" cy="4951620"/>
          </a:xfrm>
          <a:prstGeom prst="rect">
            <a:avLst/>
          </a:prstGeom>
        </p:spPr>
      </p:pic>
    </p:spTree>
    <p:extLst>
      <p:ext uri="{BB962C8B-B14F-4D97-AF65-F5344CB8AC3E}">
        <p14:creationId xmlns:p14="http://schemas.microsoft.com/office/powerpoint/2010/main" val="184940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1FCE5-76B4-293F-E8C6-E1F0A42D083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A4AC402-2684-2BFA-8C3D-285900660C18}"/>
              </a:ext>
            </a:extLst>
          </p:cNvPr>
          <p:cNvSpPr>
            <a:spLocks noGrp="1"/>
          </p:cNvSpPr>
          <p:nvPr>
            <p:ph type="title"/>
          </p:nvPr>
        </p:nvSpPr>
        <p:spPr/>
        <p:txBody>
          <a:bodyPr/>
          <a:lstStyle/>
          <a:p>
            <a:r>
              <a:rPr kumimoji="1" lang="en-US" altLang="ko-KR" dirty="0"/>
              <a:t>RPOD Case – Glideslope</a:t>
            </a:r>
            <a:endParaRPr kumimoji="1" lang="ko-KR" altLang="en-US" dirty="0"/>
          </a:p>
        </p:txBody>
      </p:sp>
      <p:sp>
        <p:nvSpPr>
          <p:cNvPr id="4" name="슬라이드 번호 개체 틀 3">
            <a:extLst>
              <a:ext uri="{FF2B5EF4-FFF2-40B4-BE49-F238E27FC236}">
                <a16:creationId xmlns:a16="http://schemas.microsoft.com/office/drawing/2014/main" id="{066126EC-C338-C880-D7EA-A6B6F66D7799}"/>
              </a:ext>
            </a:extLst>
          </p:cNvPr>
          <p:cNvSpPr>
            <a:spLocks noGrp="1"/>
          </p:cNvSpPr>
          <p:nvPr>
            <p:ph type="sldNum" sz="quarter" idx="12"/>
          </p:nvPr>
        </p:nvSpPr>
        <p:spPr/>
        <p:txBody>
          <a:bodyPr/>
          <a:lstStyle/>
          <a:p>
            <a:fld id="{DD7BFE16-0181-744A-9D9D-D87AFEC7100D}" type="slidenum">
              <a:rPr lang="en-US" altLang="ko-KR" smtClean="0"/>
              <a:pPr/>
              <a:t>11</a:t>
            </a:fld>
            <a:endParaRPr lang="en-US" altLang="ko-KR" dirty="0"/>
          </a:p>
        </p:txBody>
      </p:sp>
      <p:pic>
        <p:nvPicPr>
          <p:cNvPr id="8" name="그림 7">
            <a:extLst>
              <a:ext uri="{FF2B5EF4-FFF2-40B4-BE49-F238E27FC236}">
                <a16:creationId xmlns:a16="http://schemas.microsoft.com/office/drawing/2014/main" id="{F508239A-1ACA-19B9-50B4-AFD9DDEA7DE4}"/>
              </a:ext>
            </a:extLst>
          </p:cNvPr>
          <p:cNvPicPr>
            <a:picLocks noChangeAspect="1"/>
          </p:cNvPicPr>
          <p:nvPr/>
        </p:nvPicPr>
        <p:blipFill>
          <a:blip r:embed="rId2"/>
          <a:stretch>
            <a:fillRect/>
          </a:stretch>
        </p:blipFill>
        <p:spPr>
          <a:xfrm>
            <a:off x="5807503" y="2613210"/>
            <a:ext cx="4369875" cy="2858627"/>
          </a:xfrm>
          <a:prstGeom prst="rect">
            <a:avLst/>
          </a:prstGeom>
        </p:spPr>
      </p:pic>
      <p:pic>
        <p:nvPicPr>
          <p:cNvPr id="9" name="그림 8">
            <a:extLst>
              <a:ext uri="{FF2B5EF4-FFF2-40B4-BE49-F238E27FC236}">
                <a16:creationId xmlns:a16="http://schemas.microsoft.com/office/drawing/2014/main" id="{F027FC31-6E3E-A4C0-07BF-B81FE8C5B735}"/>
              </a:ext>
            </a:extLst>
          </p:cNvPr>
          <p:cNvPicPr>
            <a:picLocks noChangeAspect="1"/>
          </p:cNvPicPr>
          <p:nvPr/>
        </p:nvPicPr>
        <p:blipFill>
          <a:blip r:embed="rId3"/>
          <a:stretch>
            <a:fillRect/>
          </a:stretch>
        </p:blipFill>
        <p:spPr>
          <a:xfrm>
            <a:off x="454991" y="2430413"/>
            <a:ext cx="4800600" cy="3506595"/>
          </a:xfrm>
          <a:prstGeom prst="rect">
            <a:avLst/>
          </a:prstGeom>
        </p:spPr>
      </p:pic>
      <p:graphicFrame>
        <p:nvGraphicFramePr>
          <p:cNvPr id="10" name="표 9">
            <a:extLst>
              <a:ext uri="{FF2B5EF4-FFF2-40B4-BE49-F238E27FC236}">
                <a16:creationId xmlns:a16="http://schemas.microsoft.com/office/drawing/2014/main" id="{11F39559-8DA3-B615-2571-88A9F2C1429B}"/>
              </a:ext>
            </a:extLst>
          </p:cNvPr>
          <p:cNvGraphicFramePr>
            <a:graphicFrameLocks noGrp="1"/>
          </p:cNvGraphicFramePr>
          <p:nvPr>
            <p:extLst>
              <p:ext uri="{D42A27DB-BD31-4B8C-83A1-F6EECF244321}">
                <p14:modId xmlns:p14="http://schemas.microsoft.com/office/powerpoint/2010/main" val="2305703780"/>
              </p:ext>
            </p:extLst>
          </p:nvPr>
        </p:nvGraphicFramePr>
        <p:xfrm>
          <a:off x="10729291" y="2161260"/>
          <a:ext cx="1007718" cy="2477415"/>
        </p:xfrm>
        <a:graphic>
          <a:graphicData uri="http://schemas.openxmlformats.org/drawingml/2006/table">
            <a:tbl>
              <a:tblPr/>
              <a:tblGrid>
                <a:gridCol w="222483">
                  <a:extLst>
                    <a:ext uri="{9D8B030D-6E8A-4147-A177-3AD203B41FA5}">
                      <a16:colId xmlns:a16="http://schemas.microsoft.com/office/drawing/2014/main" val="787454492"/>
                    </a:ext>
                  </a:extLst>
                </a:gridCol>
                <a:gridCol w="785235">
                  <a:extLst>
                    <a:ext uri="{9D8B030D-6E8A-4147-A177-3AD203B41FA5}">
                      <a16:colId xmlns:a16="http://schemas.microsoft.com/office/drawing/2014/main" val="3147982934"/>
                    </a:ext>
                  </a:extLst>
                </a:gridCol>
              </a:tblGrid>
              <a:tr h="435805">
                <a:tc>
                  <a:txBody>
                    <a:bodyPr/>
                    <a:lstStyle/>
                    <a:p>
                      <a:pPr algn="l"/>
                      <a:endParaRPr lang="ko-KR" altLang="en-US" sz="1200" b="1" dirty="0">
                        <a:effectLst/>
                        <a:latin typeface="Arial" panose="020B0604020202020204" pitchFamily="34" charset="0"/>
                      </a:endParaRPr>
                    </a:p>
                  </a:txBody>
                  <a:tcPr marL="19631" marR="19631" marT="39262"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200" b="1">
                          <a:effectLst/>
                          <a:latin typeface="Arial" panose="020B0604020202020204" pitchFamily="34" charset="0"/>
                        </a:rPr>
                        <a:t>state_value</a:t>
                      </a:r>
                    </a:p>
                  </a:txBody>
                  <a:tcPr marL="19631" marR="19631" marT="39262"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extLst>
                  <a:ext uri="{0D108BD9-81ED-4DB2-BD59-A6C34878D82A}">
                    <a16:rowId xmlns:a16="http://schemas.microsoft.com/office/drawing/2014/main" val="1843850462"/>
                  </a:ext>
                </a:extLst>
              </a:tr>
              <a:tr h="416174">
                <a:tc>
                  <a:txBody>
                    <a:bodyPr/>
                    <a:lstStyle/>
                    <a:p>
                      <a:pPr algn="l"/>
                      <a:r>
                        <a:rPr lang="en-US" altLang="ko-KR" sz="1200" b="1">
                          <a:effectLst/>
                          <a:latin typeface="Arial" panose="020B0604020202020204" pitchFamily="34" charset="0"/>
                        </a:rPr>
                        <a:t>1</a:t>
                      </a:r>
                    </a:p>
                  </a:txBody>
                  <a:tcPr marL="19631" marR="19631" marT="39262"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 sz="1200">
                          <a:effectLst/>
                          <a:latin typeface="Arial" panose="020B0604020202020204" pitchFamily="34" charset="0"/>
                        </a:rPr>
                        <a:t>NaN</a:t>
                      </a:r>
                    </a:p>
                  </a:txBody>
                  <a:tcPr marL="19631" marR="19631" marT="19631"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25256314"/>
                  </a:ext>
                </a:extLst>
              </a:tr>
              <a:tr h="416174">
                <a:tc>
                  <a:txBody>
                    <a:bodyPr/>
                    <a:lstStyle/>
                    <a:p>
                      <a:pPr algn="l"/>
                      <a:r>
                        <a:rPr lang="en-US" altLang="ko-KR" sz="1200" b="1">
                          <a:effectLst/>
                          <a:latin typeface="Arial" panose="020B0604020202020204" pitchFamily="34" charset="0"/>
                        </a:rPr>
                        <a:t>2</a:t>
                      </a:r>
                    </a:p>
                  </a:txBody>
                  <a:tcPr marL="19631" marR="19631" marT="39262"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200">
                          <a:effectLst/>
                          <a:latin typeface="Arial" panose="020B0604020202020204" pitchFamily="34" charset="0"/>
                        </a:rPr>
                        <a:t>-0.025122</a:t>
                      </a:r>
                    </a:p>
                  </a:txBody>
                  <a:tcPr marL="19631" marR="19631" marT="19631"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06382525"/>
                  </a:ext>
                </a:extLst>
              </a:tr>
              <a:tr h="604631">
                <a:tc>
                  <a:txBody>
                    <a:bodyPr/>
                    <a:lstStyle/>
                    <a:p>
                      <a:pPr algn="l"/>
                      <a:r>
                        <a:rPr lang="en-US" altLang="ko-KR" sz="1200" b="1">
                          <a:effectLst/>
                          <a:latin typeface="Arial" panose="020B0604020202020204" pitchFamily="34" charset="0"/>
                        </a:rPr>
                        <a:t>3</a:t>
                      </a:r>
                    </a:p>
                  </a:txBody>
                  <a:tcPr marL="19631" marR="19631" marT="39262"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200">
                          <a:effectLst/>
                          <a:latin typeface="Arial" panose="020B0604020202020204" pitchFamily="34" charset="0"/>
                        </a:rPr>
                        <a:t>-0.012172</a:t>
                      </a:r>
                    </a:p>
                  </a:txBody>
                  <a:tcPr marL="19631" marR="19631" marT="19631"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0130105"/>
                  </a:ext>
                </a:extLst>
              </a:tr>
              <a:tr h="604631">
                <a:tc>
                  <a:txBody>
                    <a:bodyPr/>
                    <a:lstStyle/>
                    <a:p>
                      <a:pPr algn="l"/>
                      <a:r>
                        <a:rPr lang="en-US" altLang="ko-KR" sz="1200" b="1">
                          <a:effectLst/>
                          <a:latin typeface="Arial" panose="020B0604020202020204" pitchFamily="34" charset="0"/>
                        </a:rPr>
                        <a:t>4</a:t>
                      </a:r>
                    </a:p>
                  </a:txBody>
                  <a:tcPr marL="19631" marR="19631" marT="39262"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200" dirty="0">
                          <a:effectLst/>
                          <a:latin typeface="Arial" panose="020B0604020202020204" pitchFamily="34" charset="0"/>
                        </a:rPr>
                        <a:t>-0.001136</a:t>
                      </a:r>
                    </a:p>
                  </a:txBody>
                  <a:tcPr marL="19631" marR="19631" marT="19631" marB="1963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65249331"/>
                  </a:ext>
                </a:extLst>
              </a:tr>
            </a:tbl>
          </a:graphicData>
        </a:graphic>
      </p:graphicFrame>
      <p:sp>
        <p:nvSpPr>
          <p:cNvPr id="12" name="TextBox 11">
            <a:extLst>
              <a:ext uri="{FF2B5EF4-FFF2-40B4-BE49-F238E27FC236}">
                <a16:creationId xmlns:a16="http://schemas.microsoft.com/office/drawing/2014/main" id="{A494B1C3-81CE-42D1-C499-E27BF014B1A7}"/>
              </a:ext>
            </a:extLst>
          </p:cNvPr>
          <p:cNvSpPr txBox="1"/>
          <p:nvPr/>
        </p:nvSpPr>
        <p:spPr>
          <a:xfrm>
            <a:off x="401654" y="1691092"/>
            <a:ext cx="1098378" cy="369332"/>
          </a:xfrm>
          <a:prstGeom prst="rect">
            <a:avLst/>
          </a:prstGeom>
          <a:noFill/>
        </p:spPr>
        <p:txBody>
          <a:bodyPr wrap="none" rtlCol="0">
            <a:spAutoFit/>
          </a:bodyPr>
          <a:lstStyle/>
          <a:p>
            <a:r>
              <a:rPr kumimoji="1" lang="en-US" altLang="ko-KR" dirty="0"/>
              <a:t>5 Impulse</a:t>
            </a:r>
            <a:endParaRPr kumimoji="1" lang="ko-KR" altLang="en-US" dirty="0"/>
          </a:p>
        </p:txBody>
      </p:sp>
    </p:spTree>
    <p:extLst>
      <p:ext uri="{BB962C8B-B14F-4D97-AF65-F5344CB8AC3E}">
        <p14:creationId xmlns:p14="http://schemas.microsoft.com/office/powerpoint/2010/main" val="2583174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D837DC1-F2E9-9CBE-84D9-527FE4DAA34B}"/>
              </a:ext>
            </a:extLst>
          </p:cNvPr>
          <p:cNvSpPr>
            <a:spLocks noGrp="1"/>
          </p:cNvSpPr>
          <p:nvPr>
            <p:ph type="title"/>
          </p:nvPr>
        </p:nvSpPr>
        <p:spPr/>
        <p:txBody>
          <a:bodyPr/>
          <a:lstStyle/>
          <a:p>
            <a:r>
              <a:rPr kumimoji="1" lang="en-US" altLang="ko-KR" dirty="0"/>
              <a:t>RPOD Case: Two Impulse</a:t>
            </a:r>
            <a:endParaRPr kumimoji="1" lang="ko-KR" altLang="en-US" dirty="0"/>
          </a:p>
        </p:txBody>
      </p:sp>
      <p:sp>
        <p:nvSpPr>
          <p:cNvPr id="4" name="슬라이드 번호 개체 틀 3">
            <a:extLst>
              <a:ext uri="{FF2B5EF4-FFF2-40B4-BE49-F238E27FC236}">
                <a16:creationId xmlns:a16="http://schemas.microsoft.com/office/drawing/2014/main" id="{69D64F37-7E64-928A-4393-427611162E51}"/>
              </a:ext>
            </a:extLst>
          </p:cNvPr>
          <p:cNvSpPr>
            <a:spLocks noGrp="1"/>
          </p:cNvSpPr>
          <p:nvPr>
            <p:ph type="sldNum" sz="quarter" idx="12"/>
          </p:nvPr>
        </p:nvSpPr>
        <p:spPr/>
        <p:txBody>
          <a:bodyPr/>
          <a:lstStyle/>
          <a:p>
            <a:fld id="{DD7BFE16-0181-744A-9D9D-D87AFEC7100D}" type="slidenum">
              <a:rPr lang="en-US" altLang="ko-KR" smtClean="0"/>
              <a:pPr/>
              <a:t>12</a:t>
            </a:fld>
            <a:endParaRPr lang="en-US" altLang="ko-KR" dirty="0"/>
          </a:p>
        </p:txBody>
      </p:sp>
      <p:pic>
        <p:nvPicPr>
          <p:cNvPr id="6" name="그림 5">
            <a:extLst>
              <a:ext uri="{FF2B5EF4-FFF2-40B4-BE49-F238E27FC236}">
                <a16:creationId xmlns:a16="http://schemas.microsoft.com/office/drawing/2014/main" id="{1FB75E37-4264-9A49-8CAA-83D01B21A5AF}"/>
              </a:ext>
            </a:extLst>
          </p:cNvPr>
          <p:cNvPicPr>
            <a:picLocks noChangeAspect="1"/>
          </p:cNvPicPr>
          <p:nvPr/>
        </p:nvPicPr>
        <p:blipFill>
          <a:blip r:embed="rId2"/>
          <a:stretch>
            <a:fillRect/>
          </a:stretch>
        </p:blipFill>
        <p:spPr>
          <a:xfrm>
            <a:off x="401654" y="2182366"/>
            <a:ext cx="5032474" cy="3669861"/>
          </a:xfrm>
          <a:prstGeom prst="rect">
            <a:avLst/>
          </a:prstGeom>
        </p:spPr>
      </p:pic>
      <p:pic>
        <p:nvPicPr>
          <p:cNvPr id="7" name="그림 6">
            <a:extLst>
              <a:ext uri="{FF2B5EF4-FFF2-40B4-BE49-F238E27FC236}">
                <a16:creationId xmlns:a16="http://schemas.microsoft.com/office/drawing/2014/main" id="{50BCC125-C3AF-42D1-B635-1E4E4317B7EB}"/>
              </a:ext>
            </a:extLst>
          </p:cNvPr>
          <p:cNvPicPr>
            <a:picLocks noChangeAspect="1"/>
          </p:cNvPicPr>
          <p:nvPr/>
        </p:nvPicPr>
        <p:blipFill>
          <a:blip r:embed="rId3"/>
          <a:stretch>
            <a:fillRect/>
          </a:stretch>
        </p:blipFill>
        <p:spPr>
          <a:xfrm>
            <a:off x="5401493" y="1938482"/>
            <a:ext cx="4637857" cy="3510973"/>
          </a:xfrm>
          <a:prstGeom prst="rect">
            <a:avLst/>
          </a:prstGeom>
        </p:spPr>
      </p:pic>
      <p:graphicFrame>
        <p:nvGraphicFramePr>
          <p:cNvPr id="8" name="표 7">
            <a:extLst>
              <a:ext uri="{FF2B5EF4-FFF2-40B4-BE49-F238E27FC236}">
                <a16:creationId xmlns:a16="http://schemas.microsoft.com/office/drawing/2014/main" id="{B7FA70C5-06FD-D919-E4AD-AE7575E58CB5}"/>
              </a:ext>
            </a:extLst>
          </p:cNvPr>
          <p:cNvGraphicFramePr>
            <a:graphicFrameLocks noGrp="1"/>
          </p:cNvGraphicFramePr>
          <p:nvPr>
            <p:extLst>
              <p:ext uri="{D42A27DB-BD31-4B8C-83A1-F6EECF244321}">
                <p14:modId xmlns:p14="http://schemas.microsoft.com/office/powerpoint/2010/main" val="641449895"/>
              </p:ext>
            </p:extLst>
          </p:nvPr>
        </p:nvGraphicFramePr>
        <p:xfrm>
          <a:off x="10433967" y="1630939"/>
          <a:ext cx="1019124" cy="4351338"/>
        </p:xfrm>
        <a:graphic>
          <a:graphicData uri="http://schemas.openxmlformats.org/drawingml/2006/table">
            <a:tbl>
              <a:tblPr/>
              <a:tblGrid>
                <a:gridCol w="225001">
                  <a:extLst>
                    <a:ext uri="{9D8B030D-6E8A-4147-A177-3AD203B41FA5}">
                      <a16:colId xmlns:a16="http://schemas.microsoft.com/office/drawing/2014/main" val="2455169472"/>
                    </a:ext>
                  </a:extLst>
                </a:gridCol>
                <a:gridCol w="794123">
                  <a:extLst>
                    <a:ext uri="{9D8B030D-6E8A-4147-A177-3AD203B41FA5}">
                      <a16:colId xmlns:a16="http://schemas.microsoft.com/office/drawing/2014/main" val="3009814903"/>
                    </a:ext>
                  </a:extLst>
                </a:gridCol>
              </a:tblGrid>
              <a:tr h="250129">
                <a:tc>
                  <a:txBody>
                    <a:bodyPr/>
                    <a:lstStyle/>
                    <a:p>
                      <a:pPr algn="l"/>
                      <a:endParaRPr lang="ko-KR" altLang="en-US" sz="1100" b="1" dirty="0">
                        <a:effectLst/>
                        <a:latin typeface="Arial" panose="020B0604020202020204" pitchFamily="34" charset="0"/>
                      </a:endParaRP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100" b="1">
                          <a:effectLst/>
                          <a:latin typeface="Arial" panose="020B0604020202020204" pitchFamily="34" charset="0"/>
                        </a:rPr>
                        <a:t>state_value</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extLst>
                  <a:ext uri="{0D108BD9-81ED-4DB2-BD59-A6C34878D82A}">
                    <a16:rowId xmlns:a16="http://schemas.microsoft.com/office/drawing/2014/main" val="610213838"/>
                  </a:ext>
                </a:extLst>
              </a:tr>
              <a:tr h="238862">
                <a:tc>
                  <a:txBody>
                    <a:bodyPr/>
                    <a:lstStyle/>
                    <a:p>
                      <a:pPr algn="l"/>
                      <a:r>
                        <a:rPr lang="en-US" altLang="ko-KR" sz="1100" b="1">
                          <a:effectLst/>
                          <a:latin typeface="Arial" panose="020B0604020202020204" pitchFamily="34" charset="0"/>
                        </a:rPr>
                        <a:t>1</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 sz="1100">
                          <a:effectLst/>
                          <a:latin typeface="Arial" panose="020B0604020202020204" pitchFamily="34" charset="0"/>
                        </a:rPr>
                        <a:t>NaN</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83537095"/>
                  </a:ext>
                </a:extLst>
              </a:tr>
              <a:tr h="238862">
                <a:tc>
                  <a:txBody>
                    <a:bodyPr/>
                    <a:lstStyle/>
                    <a:p>
                      <a:pPr algn="l"/>
                      <a:r>
                        <a:rPr lang="en-US" altLang="ko-KR" sz="1100" b="1">
                          <a:effectLst/>
                          <a:latin typeface="Arial" panose="020B0604020202020204" pitchFamily="34" charset="0"/>
                        </a:rPr>
                        <a:t>2</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-0.26887</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39498323"/>
                  </a:ext>
                </a:extLst>
              </a:tr>
              <a:tr h="238862">
                <a:tc>
                  <a:txBody>
                    <a:bodyPr/>
                    <a:lstStyle/>
                    <a:p>
                      <a:pPr algn="l"/>
                      <a:r>
                        <a:rPr lang="en-US" altLang="ko-KR" sz="1100" b="1">
                          <a:effectLst/>
                          <a:latin typeface="Arial" panose="020B0604020202020204" pitchFamily="34" charset="0"/>
                        </a:rPr>
                        <a:t>3</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-0.24973</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41242457"/>
                  </a:ext>
                </a:extLst>
              </a:tr>
              <a:tr h="347025">
                <a:tc>
                  <a:txBody>
                    <a:bodyPr/>
                    <a:lstStyle/>
                    <a:p>
                      <a:pPr algn="l"/>
                      <a:r>
                        <a:rPr lang="en-US" altLang="ko-KR" sz="1100" b="1">
                          <a:effectLst/>
                          <a:latin typeface="Arial" panose="020B0604020202020204" pitchFamily="34" charset="0"/>
                        </a:rPr>
                        <a:t>4</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-0.23417</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76480500"/>
                  </a:ext>
                </a:extLst>
              </a:tr>
              <a:tr h="347025">
                <a:tc>
                  <a:txBody>
                    <a:bodyPr/>
                    <a:lstStyle/>
                    <a:p>
                      <a:pPr algn="l"/>
                      <a:r>
                        <a:rPr lang="en-US" altLang="ko-KR" sz="1100" b="1">
                          <a:effectLst/>
                          <a:latin typeface="Arial" panose="020B0604020202020204" pitchFamily="34" charset="0"/>
                        </a:rPr>
                        <a:t>5</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-0.18481</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96721532"/>
                  </a:ext>
                </a:extLst>
              </a:tr>
              <a:tr h="347025">
                <a:tc>
                  <a:txBody>
                    <a:bodyPr/>
                    <a:lstStyle/>
                    <a:p>
                      <a:pPr algn="l"/>
                      <a:r>
                        <a:rPr lang="en-US" altLang="ko-KR" sz="1100" b="1">
                          <a:effectLst/>
                          <a:latin typeface="Arial" panose="020B0604020202020204" pitchFamily="34" charset="0"/>
                        </a:rPr>
                        <a:t>6</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-0.17643</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0854835"/>
                  </a:ext>
                </a:extLst>
              </a:tr>
              <a:tr h="238862">
                <a:tc>
                  <a:txBody>
                    <a:bodyPr/>
                    <a:lstStyle/>
                    <a:p>
                      <a:pPr algn="l"/>
                      <a:r>
                        <a:rPr lang="en-US" altLang="ko-KR" sz="1100" b="1">
                          <a:effectLst/>
                          <a:latin typeface="Arial" panose="020B0604020202020204" pitchFamily="34" charset="0"/>
                        </a:rPr>
                        <a:t>7</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-0.1657</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213620772"/>
                  </a:ext>
                </a:extLst>
              </a:tr>
              <a:tr h="238862">
                <a:tc>
                  <a:txBody>
                    <a:bodyPr/>
                    <a:lstStyle/>
                    <a:p>
                      <a:pPr algn="l"/>
                      <a:r>
                        <a:rPr lang="en-US" altLang="ko-KR" sz="1100" b="1">
                          <a:effectLst/>
                          <a:latin typeface="Arial" panose="020B0604020202020204" pitchFamily="34" charset="0"/>
                        </a:rPr>
                        <a:t>8</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-0.15519</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15627257"/>
                  </a:ext>
                </a:extLst>
              </a:tr>
              <a:tr h="238862">
                <a:tc>
                  <a:txBody>
                    <a:bodyPr/>
                    <a:lstStyle/>
                    <a:p>
                      <a:pPr algn="l"/>
                      <a:r>
                        <a:rPr lang="en-US" altLang="ko-KR" sz="1100" b="1">
                          <a:effectLst/>
                          <a:latin typeface="Arial" panose="020B0604020202020204" pitchFamily="34" charset="0"/>
                        </a:rPr>
                        <a:t>9</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-0.15032</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23111552"/>
                  </a:ext>
                </a:extLst>
              </a:tr>
              <a:tr h="347025">
                <a:tc>
                  <a:txBody>
                    <a:bodyPr/>
                    <a:lstStyle/>
                    <a:p>
                      <a:pPr algn="l"/>
                      <a:r>
                        <a:rPr lang="en-US" altLang="ko-KR" sz="1100" b="1">
                          <a:effectLst/>
                          <a:latin typeface="Arial" panose="020B0604020202020204" pitchFamily="34" charset="0"/>
                        </a:rPr>
                        <a:t>10</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-0.12488</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0958734"/>
                  </a:ext>
                </a:extLst>
              </a:tr>
              <a:tr h="347025">
                <a:tc>
                  <a:txBody>
                    <a:bodyPr/>
                    <a:lstStyle/>
                    <a:p>
                      <a:pPr algn="l"/>
                      <a:r>
                        <a:rPr lang="en-US" altLang="ko-KR" sz="1100" b="1">
                          <a:effectLst/>
                          <a:latin typeface="Arial" panose="020B0604020202020204" pitchFamily="34" charset="0"/>
                        </a:rPr>
                        <a:t>11</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-0.10994</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83297383"/>
                  </a:ext>
                </a:extLst>
              </a:tr>
              <a:tr h="347025">
                <a:tc>
                  <a:txBody>
                    <a:bodyPr/>
                    <a:lstStyle/>
                    <a:p>
                      <a:pPr algn="l"/>
                      <a:r>
                        <a:rPr lang="en-US" altLang="ko-KR" sz="1100" b="1">
                          <a:effectLst/>
                          <a:latin typeface="Arial" panose="020B0604020202020204" pitchFamily="34" charset="0"/>
                        </a:rPr>
                        <a:t>12</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-0.093588</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74538061"/>
                  </a:ext>
                </a:extLst>
              </a:tr>
              <a:tr h="347025">
                <a:tc>
                  <a:txBody>
                    <a:bodyPr/>
                    <a:lstStyle/>
                    <a:p>
                      <a:pPr algn="l"/>
                      <a:r>
                        <a:rPr lang="en-US" altLang="ko-KR" sz="1100" b="1">
                          <a:effectLst/>
                          <a:latin typeface="Arial" panose="020B0604020202020204" pitchFamily="34" charset="0"/>
                        </a:rPr>
                        <a:t>13</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a:effectLst/>
                          <a:latin typeface="Arial" panose="020B0604020202020204" pitchFamily="34" charset="0"/>
                        </a:rPr>
                        <a:t>-0.018272</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52303147"/>
                  </a:ext>
                </a:extLst>
              </a:tr>
              <a:tr h="238862">
                <a:tc>
                  <a:txBody>
                    <a:bodyPr/>
                    <a:lstStyle/>
                    <a:p>
                      <a:pPr algn="l"/>
                      <a:r>
                        <a:rPr lang="en-US" altLang="ko-KR" sz="1100" b="1">
                          <a:effectLst/>
                          <a:latin typeface="Arial" panose="020B0604020202020204" pitchFamily="34" charset="0"/>
                        </a:rPr>
                        <a:t>14</a:t>
                      </a:r>
                    </a:p>
                  </a:txBody>
                  <a:tcPr marL="11267" marR="11267" marT="22534"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100" dirty="0">
                          <a:effectLst/>
                          <a:latin typeface="Arial" panose="020B0604020202020204" pitchFamily="34" charset="0"/>
                        </a:rPr>
                        <a:t>-0.0078142</a:t>
                      </a:r>
                    </a:p>
                  </a:txBody>
                  <a:tcPr marL="11267" marR="11267" marT="11267" marB="11267"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94995019"/>
                  </a:ext>
                </a:extLst>
              </a:tr>
            </a:tbl>
          </a:graphicData>
        </a:graphic>
      </p:graphicFrame>
      <p:sp>
        <p:nvSpPr>
          <p:cNvPr id="10" name="TextBox 9">
            <a:extLst>
              <a:ext uri="{FF2B5EF4-FFF2-40B4-BE49-F238E27FC236}">
                <a16:creationId xmlns:a16="http://schemas.microsoft.com/office/drawing/2014/main" id="{262C5100-E733-8623-3FAD-5AAEDB9D28AC}"/>
              </a:ext>
            </a:extLst>
          </p:cNvPr>
          <p:cNvSpPr txBox="1"/>
          <p:nvPr/>
        </p:nvSpPr>
        <p:spPr>
          <a:xfrm>
            <a:off x="401654" y="1691092"/>
            <a:ext cx="1215397" cy="369332"/>
          </a:xfrm>
          <a:prstGeom prst="rect">
            <a:avLst/>
          </a:prstGeom>
          <a:noFill/>
        </p:spPr>
        <p:txBody>
          <a:bodyPr wrap="none" rtlCol="0">
            <a:spAutoFit/>
          </a:bodyPr>
          <a:lstStyle/>
          <a:p>
            <a:r>
              <a:rPr kumimoji="1" lang="en-US" altLang="ko-KR" dirty="0"/>
              <a:t>14 Impulse</a:t>
            </a:r>
            <a:endParaRPr kumimoji="1" lang="ko-KR" altLang="en-US" dirty="0"/>
          </a:p>
        </p:txBody>
      </p:sp>
    </p:spTree>
    <p:extLst>
      <p:ext uri="{BB962C8B-B14F-4D97-AF65-F5344CB8AC3E}">
        <p14:creationId xmlns:p14="http://schemas.microsoft.com/office/powerpoint/2010/main" val="2152805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76610-63B3-56FA-41E1-448C9B453D9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0AED379-7BE5-BCEC-5ED9-C1B2BD37660B}"/>
              </a:ext>
            </a:extLst>
          </p:cNvPr>
          <p:cNvSpPr>
            <a:spLocks noGrp="1"/>
          </p:cNvSpPr>
          <p:nvPr>
            <p:ph type="title"/>
          </p:nvPr>
        </p:nvSpPr>
        <p:spPr/>
        <p:txBody>
          <a:bodyPr/>
          <a:lstStyle/>
          <a:p>
            <a:r>
              <a:rPr kumimoji="1" lang="en-US" altLang="ko-KR" dirty="0"/>
              <a:t>RPOD Case: Two Impulse</a:t>
            </a:r>
            <a:endParaRPr kumimoji="1" lang="ko-KR" altLang="en-US" dirty="0"/>
          </a:p>
        </p:txBody>
      </p:sp>
      <p:sp>
        <p:nvSpPr>
          <p:cNvPr id="4" name="슬라이드 번호 개체 틀 3">
            <a:extLst>
              <a:ext uri="{FF2B5EF4-FFF2-40B4-BE49-F238E27FC236}">
                <a16:creationId xmlns:a16="http://schemas.microsoft.com/office/drawing/2014/main" id="{BCD0FB37-6324-C600-A4A5-D2F7974E8997}"/>
              </a:ext>
            </a:extLst>
          </p:cNvPr>
          <p:cNvSpPr>
            <a:spLocks noGrp="1"/>
          </p:cNvSpPr>
          <p:nvPr>
            <p:ph type="sldNum" sz="quarter" idx="12"/>
          </p:nvPr>
        </p:nvSpPr>
        <p:spPr/>
        <p:txBody>
          <a:bodyPr/>
          <a:lstStyle/>
          <a:p>
            <a:fld id="{DD7BFE16-0181-744A-9D9D-D87AFEC7100D}" type="slidenum">
              <a:rPr lang="en-US" altLang="ko-KR" smtClean="0"/>
              <a:pPr/>
              <a:t>13</a:t>
            </a:fld>
            <a:endParaRPr lang="en-US" altLang="ko-KR" dirty="0"/>
          </a:p>
        </p:txBody>
      </p:sp>
      <p:sp>
        <p:nvSpPr>
          <p:cNvPr id="10" name="TextBox 9">
            <a:extLst>
              <a:ext uri="{FF2B5EF4-FFF2-40B4-BE49-F238E27FC236}">
                <a16:creationId xmlns:a16="http://schemas.microsoft.com/office/drawing/2014/main" id="{779FC003-9749-252D-7450-E14D8154B73F}"/>
              </a:ext>
            </a:extLst>
          </p:cNvPr>
          <p:cNvSpPr txBox="1"/>
          <p:nvPr/>
        </p:nvSpPr>
        <p:spPr>
          <a:xfrm>
            <a:off x="401654" y="1691092"/>
            <a:ext cx="1098378" cy="369332"/>
          </a:xfrm>
          <a:prstGeom prst="rect">
            <a:avLst/>
          </a:prstGeom>
          <a:noFill/>
        </p:spPr>
        <p:txBody>
          <a:bodyPr wrap="none" rtlCol="0">
            <a:spAutoFit/>
          </a:bodyPr>
          <a:lstStyle/>
          <a:p>
            <a:r>
              <a:rPr kumimoji="1" lang="en-US" altLang="ko-KR" dirty="0"/>
              <a:t>5 Impulse</a:t>
            </a:r>
            <a:endParaRPr kumimoji="1" lang="ko-KR" altLang="en-US" dirty="0"/>
          </a:p>
        </p:txBody>
      </p:sp>
      <p:pic>
        <p:nvPicPr>
          <p:cNvPr id="3" name="그림 2">
            <a:extLst>
              <a:ext uri="{FF2B5EF4-FFF2-40B4-BE49-F238E27FC236}">
                <a16:creationId xmlns:a16="http://schemas.microsoft.com/office/drawing/2014/main" id="{2D1A8E14-3C48-C6B7-439C-743239314C12}"/>
              </a:ext>
            </a:extLst>
          </p:cNvPr>
          <p:cNvPicPr>
            <a:picLocks noChangeAspect="1"/>
          </p:cNvPicPr>
          <p:nvPr/>
        </p:nvPicPr>
        <p:blipFill>
          <a:blip r:embed="rId2"/>
          <a:stretch>
            <a:fillRect/>
          </a:stretch>
        </p:blipFill>
        <p:spPr>
          <a:xfrm>
            <a:off x="838200" y="2384108"/>
            <a:ext cx="4435064" cy="3673572"/>
          </a:xfrm>
          <a:prstGeom prst="rect">
            <a:avLst/>
          </a:prstGeom>
        </p:spPr>
      </p:pic>
      <p:pic>
        <p:nvPicPr>
          <p:cNvPr id="7169" name="Picture 1">
            <a:extLst>
              <a:ext uri="{FF2B5EF4-FFF2-40B4-BE49-F238E27FC236}">
                <a16:creationId xmlns:a16="http://schemas.microsoft.com/office/drawing/2014/main" id="{C53059EC-67E8-2865-AD0C-FC7A8D678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902" y="2571750"/>
            <a:ext cx="4949059" cy="297338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표 12">
            <a:extLst>
              <a:ext uri="{FF2B5EF4-FFF2-40B4-BE49-F238E27FC236}">
                <a16:creationId xmlns:a16="http://schemas.microsoft.com/office/drawing/2014/main" id="{285E9569-B86D-0BF3-9FA7-4C8CE42BE97F}"/>
              </a:ext>
            </a:extLst>
          </p:cNvPr>
          <p:cNvGraphicFramePr>
            <a:graphicFrameLocks noGrp="1"/>
          </p:cNvGraphicFramePr>
          <p:nvPr>
            <p:extLst>
              <p:ext uri="{D42A27DB-BD31-4B8C-83A1-F6EECF244321}">
                <p14:modId xmlns:p14="http://schemas.microsoft.com/office/powerpoint/2010/main" val="1004579668"/>
              </p:ext>
            </p:extLst>
          </p:nvPr>
        </p:nvGraphicFramePr>
        <p:xfrm>
          <a:off x="10560050" y="2586037"/>
          <a:ext cx="1390650" cy="2829677"/>
        </p:xfrm>
        <a:graphic>
          <a:graphicData uri="http://schemas.openxmlformats.org/drawingml/2006/table">
            <a:tbl>
              <a:tblPr/>
              <a:tblGrid>
                <a:gridCol w="307027">
                  <a:extLst>
                    <a:ext uri="{9D8B030D-6E8A-4147-A177-3AD203B41FA5}">
                      <a16:colId xmlns:a16="http://schemas.microsoft.com/office/drawing/2014/main" val="3752730716"/>
                    </a:ext>
                  </a:extLst>
                </a:gridCol>
                <a:gridCol w="1083623">
                  <a:extLst>
                    <a:ext uri="{9D8B030D-6E8A-4147-A177-3AD203B41FA5}">
                      <a16:colId xmlns:a16="http://schemas.microsoft.com/office/drawing/2014/main" val="1136111207"/>
                    </a:ext>
                  </a:extLst>
                </a:gridCol>
              </a:tblGrid>
              <a:tr h="432041">
                <a:tc>
                  <a:txBody>
                    <a:bodyPr/>
                    <a:lstStyle/>
                    <a:p>
                      <a:pPr algn="l"/>
                      <a:endParaRPr lang="ko-KR" altLang="en-US" sz="1200" b="1" dirty="0">
                        <a:effectLst/>
                        <a:latin typeface="Arial" panose="020B0604020202020204" pitchFamily="34" charset="0"/>
                      </a:endParaRPr>
                    </a:p>
                  </a:txBody>
                  <a:tcPr marL="19461" marR="19461" marT="38923"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200" b="1">
                          <a:effectLst/>
                          <a:latin typeface="Arial" panose="020B0604020202020204" pitchFamily="34" charset="0"/>
                        </a:rPr>
                        <a:t>state_value</a:t>
                      </a:r>
                    </a:p>
                  </a:txBody>
                  <a:tcPr marL="19461" marR="19461" marT="38923"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extLst>
                  <a:ext uri="{0D108BD9-81ED-4DB2-BD59-A6C34878D82A}">
                    <a16:rowId xmlns:a16="http://schemas.microsoft.com/office/drawing/2014/main" val="2491634750"/>
                  </a:ext>
                </a:extLst>
              </a:tr>
              <a:tr h="599409">
                <a:tc>
                  <a:txBody>
                    <a:bodyPr/>
                    <a:lstStyle/>
                    <a:p>
                      <a:pPr algn="l"/>
                      <a:r>
                        <a:rPr lang="en-US" altLang="ko-KR" sz="1200" b="1">
                          <a:effectLst/>
                          <a:latin typeface="Arial" panose="020B0604020202020204" pitchFamily="34" charset="0"/>
                        </a:rPr>
                        <a:t>1</a:t>
                      </a:r>
                    </a:p>
                  </a:txBody>
                  <a:tcPr marL="19461" marR="19461" marT="38923"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 sz="1200">
                          <a:effectLst/>
                          <a:latin typeface="Arial" panose="020B0604020202020204" pitchFamily="34" charset="0"/>
                        </a:rPr>
                        <a:t>NaN</a:t>
                      </a:r>
                    </a:p>
                  </a:txBody>
                  <a:tcPr marL="19461" marR="19461" marT="19461"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14192013"/>
                  </a:ext>
                </a:extLst>
              </a:tr>
              <a:tr h="599409">
                <a:tc>
                  <a:txBody>
                    <a:bodyPr/>
                    <a:lstStyle/>
                    <a:p>
                      <a:pPr algn="l"/>
                      <a:r>
                        <a:rPr lang="en-US" altLang="ko-KR" sz="1200" b="1">
                          <a:effectLst/>
                          <a:latin typeface="Arial" panose="020B0604020202020204" pitchFamily="34" charset="0"/>
                        </a:rPr>
                        <a:t>2</a:t>
                      </a:r>
                    </a:p>
                  </a:txBody>
                  <a:tcPr marL="19461" marR="19461" marT="38923"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200" dirty="0">
                          <a:effectLst/>
                          <a:latin typeface="Arial" panose="020B0604020202020204" pitchFamily="34" charset="0"/>
                        </a:rPr>
                        <a:t>-0.037278</a:t>
                      </a:r>
                    </a:p>
                  </a:txBody>
                  <a:tcPr marL="19461" marR="19461" marT="19461"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53648988"/>
                  </a:ext>
                </a:extLst>
              </a:tr>
              <a:tr h="599409">
                <a:tc>
                  <a:txBody>
                    <a:bodyPr/>
                    <a:lstStyle/>
                    <a:p>
                      <a:pPr algn="l"/>
                      <a:r>
                        <a:rPr lang="en-US" altLang="ko-KR" sz="1200" b="1">
                          <a:effectLst/>
                          <a:latin typeface="Arial" panose="020B0604020202020204" pitchFamily="34" charset="0"/>
                        </a:rPr>
                        <a:t>3</a:t>
                      </a:r>
                    </a:p>
                  </a:txBody>
                  <a:tcPr marL="19461" marR="19461" marT="38923"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200">
                          <a:effectLst/>
                          <a:latin typeface="Arial" panose="020B0604020202020204" pitchFamily="34" charset="0"/>
                        </a:rPr>
                        <a:t>-0.017254</a:t>
                      </a:r>
                    </a:p>
                  </a:txBody>
                  <a:tcPr marL="19461" marR="19461" marT="19461"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54820190"/>
                  </a:ext>
                </a:extLst>
              </a:tr>
              <a:tr h="599409">
                <a:tc>
                  <a:txBody>
                    <a:bodyPr/>
                    <a:lstStyle/>
                    <a:p>
                      <a:pPr algn="l"/>
                      <a:r>
                        <a:rPr lang="en-US" altLang="ko-KR" sz="1200" b="1">
                          <a:effectLst/>
                          <a:latin typeface="Arial" panose="020B0604020202020204" pitchFamily="34" charset="0"/>
                        </a:rPr>
                        <a:t>4</a:t>
                      </a:r>
                    </a:p>
                  </a:txBody>
                  <a:tcPr marL="19461" marR="19461" marT="38923"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200" dirty="0">
                          <a:effectLst/>
                          <a:latin typeface="Arial" panose="020B0604020202020204" pitchFamily="34" charset="0"/>
                        </a:rPr>
                        <a:t>-0.009449</a:t>
                      </a:r>
                    </a:p>
                  </a:txBody>
                  <a:tcPr marL="19461" marR="19461" marT="19461" marB="19461"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79316619"/>
                  </a:ext>
                </a:extLst>
              </a:tr>
            </a:tbl>
          </a:graphicData>
        </a:graphic>
      </p:graphicFrame>
    </p:spTree>
    <p:extLst>
      <p:ext uri="{BB962C8B-B14F-4D97-AF65-F5344CB8AC3E}">
        <p14:creationId xmlns:p14="http://schemas.microsoft.com/office/powerpoint/2010/main" val="4038384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B578C-33CD-0F2E-95DD-86C552D71DA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8ABDFDCC-2620-8288-4528-ACD00E5B41EB}"/>
              </a:ext>
            </a:extLst>
          </p:cNvPr>
          <p:cNvSpPr>
            <a:spLocks noGrp="1"/>
          </p:cNvSpPr>
          <p:nvPr>
            <p:ph type="title"/>
          </p:nvPr>
        </p:nvSpPr>
        <p:spPr/>
        <p:txBody>
          <a:bodyPr/>
          <a:lstStyle/>
          <a:p>
            <a:r>
              <a:rPr kumimoji="1" lang="en-US" altLang="ko-KR" dirty="0"/>
              <a:t>RPOD Case: </a:t>
            </a:r>
            <a:r>
              <a:rPr kumimoji="1" lang="en-US" altLang="ko-KR" dirty="0" err="1"/>
              <a:t>CircumNav</a:t>
            </a:r>
            <a:endParaRPr kumimoji="1" lang="ko-KR" altLang="en-US" dirty="0"/>
          </a:p>
        </p:txBody>
      </p:sp>
      <p:sp>
        <p:nvSpPr>
          <p:cNvPr id="4" name="슬라이드 번호 개체 틀 3">
            <a:extLst>
              <a:ext uri="{FF2B5EF4-FFF2-40B4-BE49-F238E27FC236}">
                <a16:creationId xmlns:a16="http://schemas.microsoft.com/office/drawing/2014/main" id="{34B83402-41A1-99FD-4037-2733BF390C31}"/>
              </a:ext>
            </a:extLst>
          </p:cNvPr>
          <p:cNvSpPr>
            <a:spLocks noGrp="1"/>
          </p:cNvSpPr>
          <p:nvPr>
            <p:ph type="sldNum" sz="quarter" idx="12"/>
          </p:nvPr>
        </p:nvSpPr>
        <p:spPr/>
        <p:txBody>
          <a:bodyPr/>
          <a:lstStyle/>
          <a:p>
            <a:fld id="{DD7BFE16-0181-744A-9D9D-D87AFEC7100D}" type="slidenum">
              <a:rPr lang="en-US" altLang="ko-KR" smtClean="0"/>
              <a:pPr/>
              <a:t>14</a:t>
            </a:fld>
            <a:endParaRPr lang="en-US" altLang="ko-KR" dirty="0"/>
          </a:p>
        </p:txBody>
      </p:sp>
      <p:pic>
        <p:nvPicPr>
          <p:cNvPr id="5" name="그림 4">
            <a:extLst>
              <a:ext uri="{FF2B5EF4-FFF2-40B4-BE49-F238E27FC236}">
                <a16:creationId xmlns:a16="http://schemas.microsoft.com/office/drawing/2014/main" id="{AEB529F0-5324-5F08-7CB8-93A3018DD99E}"/>
              </a:ext>
            </a:extLst>
          </p:cNvPr>
          <p:cNvPicPr>
            <a:picLocks noChangeAspect="1"/>
          </p:cNvPicPr>
          <p:nvPr/>
        </p:nvPicPr>
        <p:blipFill>
          <a:blip r:embed="rId2"/>
          <a:stretch>
            <a:fillRect/>
          </a:stretch>
        </p:blipFill>
        <p:spPr>
          <a:xfrm>
            <a:off x="540636" y="1584871"/>
            <a:ext cx="4520534" cy="3744367"/>
          </a:xfrm>
          <a:prstGeom prst="rect">
            <a:avLst/>
          </a:prstGeom>
        </p:spPr>
      </p:pic>
      <p:pic>
        <p:nvPicPr>
          <p:cNvPr id="6" name="그림 5">
            <a:extLst>
              <a:ext uri="{FF2B5EF4-FFF2-40B4-BE49-F238E27FC236}">
                <a16:creationId xmlns:a16="http://schemas.microsoft.com/office/drawing/2014/main" id="{2C6ADC32-B4A4-EC03-25AD-95D76E3CED0D}"/>
              </a:ext>
            </a:extLst>
          </p:cNvPr>
          <p:cNvPicPr>
            <a:picLocks noChangeAspect="1"/>
          </p:cNvPicPr>
          <p:nvPr/>
        </p:nvPicPr>
        <p:blipFill>
          <a:blip r:embed="rId3"/>
          <a:stretch>
            <a:fillRect/>
          </a:stretch>
        </p:blipFill>
        <p:spPr>
          <a:xfrm>
            <a:off x="5210075" y="1568501"/>
            <a:ext cx="4660787" cy="4089349"/>
          </a:xfrm>
          <a:prstGeom prst="rect">
            <a:avLst/>
          </a:prstGeom>
        </p:spPr>
      </p:pic>
      <p:graphicFrame>
        <p:nvGraphicFramePr>
          <p:cNvPr id="7" name="표 6">
            <a:extLst>
              <a:ext uri="{FF2B5EF4-FFF2-40B4-BE49-F238E27FC236}">
                <a16:creationId xmlns:a16="http://schemas.microsoft.com/office/drawing/2014/main" id="{DFA48F42-1163-1AAA-489C-B069152CB17B}"/>
              </a:ext>
            </a:extLst>
          </p:cNvPr>
          <p:cNvGraphicFramePr>
            <a:graphicFrameLocks noGrp="1"/>
          </p:cNvGraphicFramePr>
          <p:nvPr>
            <p:extLst>
              <p:ext uri="{D42A27DB-BD31-4B8C-83A1-F6EECF244321}">
                <p14:modId xmlns:p14="http://schemas.microsoft.com/office/powerpoint/2010/main" val="3166264078"/>
              </p:ext>
            </p:extLst>
          </p:nvPr>
        </p:nvGraphicFramePr>
        <p:xfrm>
          <a:off x="10100565" y="1437506"/>
          <a:ext cx="1550799" cy="4351337"/>
        </p:xfrm>
        <a:graphic>
          <a:graphicData uri="http://schemas.openxmlformats.org/drawingml/2006/table">
            <a:tbl>
              <a:tblPr/>
              <a:tblGrid>
                <a:gridCol w="342385">
                  <a:extLst>
                    <a:ext uri="{9D8B030D-6E8A-4147-A177-3AD203B41FA5}">
                      <a16:colId xmlns:a16="http://schemas.microsoft.com/office/drawing/2014/main" val="1027166815"/>
                    </a:ext>
                  </a:extLst>
                </a:gridCol>
                <a:gridCol w="1208414">
                  <a:extLst>
                    <a:ext uri="{9D8B030D-6E8A-4147-A177-3AD203B41FA5}">
                      <a16:colId xmlns:a16="http://schemas.microsoft.com/office/drawing/2014/main" val="4039091345"/>
                    </a:ext>
                  </a:extLst>
                </a:gridCol>
              </a:tblGrid>
              <a:tr h="238282">
                <a:tc>
                  <a:txBody>
                    <a:bodyPr/>
                    <a:lstStyle/>
                    <a:p>
                      <a:pPr algn="l"/>
                      <a:endParaRPr lang="ko-KR" altLang="en-US" sz="1050" b="1" dirty="0">
                        <a:effectLst/>
                        <a:latin typeface="Arial" panose="020B0604020202020204" pitchFamily="34" charset="0"/>
                      </a:endParaRP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ctr"/>
                      <a:r>
                        <a:rPr lang="en" sz="1050" b="1" dirty="0" err="1">
                          <a:effectLst/>
                          <a:latin typeface="Arial" panose="020B0604020202020204" pitchFamily="34" charset="0"/>
                        </a:rPr>
                        <a:t>state_value</a:t>
                      </a:r>
                      <a:endParaRPr lang="en" sz="1050" b="1" dirty="0">
                        <a:effectLst/>
                        <a:latin typeface="Arial" panose="020B0604020202020204" pitchFamily="34" charset="0"/>
                      </a:endParaRP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extLst>
                  <a:ext uri="{0D108BD9-81ED-4DB2-BD59-A6C34878D82A}">
                    <a16:rowId xmlns:a16="http://schemas.microsoft.com/office/drawing/2014/main" val="3817921929"/>
                  </a:ext>
                </a:extLst>
              </a:tr>
              <a:tr h="227549">
                <a:tc>
                  <a:txBody>
                    <a:bodyPr/>
                    <a:lstStyle/>
                    <a:p>
                      <a:pPr algn="l"/>
                      <a:r>
                        <a:rPr lang="en-US" altLang="ko-KR" sz="1050" b="1">
                          <a:effectLst/>
                          <a:latin typeface="Arial" panose="020B0604020202020204" pitchFamily="34" charset="0"/>
                        </a:rPr>
                        <a:t>1</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 sz="1050">
                          <a:effectLst/>
                          <a:latin typeface="Arial" panose="020B0604020202020204" pitchFamily="34" charset="0"/>
                        </a:rPr>
                        <a:t>NaN</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31769288"/>
                  </a:ext>
                </a:extLst>
              </a:tr>
              <a:tr h="330590">
                <a:tc>
                  <a:txBody>
                    <a:bodyPr/>
                    <a:lstStyle/>
                    <a:p>
                      <a:pPr algn="l"/>
                      <a:r>
                        <a:rPr lang="en-US" altLang="ko-KR" sz="1050" b="1">
                          <a:effectLst/>
                          <a:latin typeface="Arial" panose="020B0604020202020204" pitchFamily="34" charset="0"/>
                        </a:rPr>
                        <a:t>2</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-0.061683</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94368345"/>
                  </a:ext>
                </a:extLst>
              </a:tr>
              <a:tr h="330590">
                <a:tc>
                  <a:txBody>
                    <a:bodyPr/>
                    <a:lstStyle/>
                    <a:p>
                      <a:pPr algn="l"/>
                      <a:r>
                        <a:rPr lang="en-US" altLang="ko-KR" sz="1050" b="1">
                          <a:effectLst/>
                          <a:latin typeface="Arial" panose="020B0604020202020204" pitchFamily="34" charset="0"/>
                        </a:rPr>
                        <a:t>3</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-0.05887</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28220936"/>
                  </a:ext>
                </a:extLst>
              </a:tr>
              <a:tr h="227549">
                <a:tc>
                  <a:txBody>
                    <a:bodyPr/>
                    <a:lstStyle/>
                    <a:p>
                      <a:pPr algn="l"/>
                      <a:r>
                        <a:rPr lang="en-US" altLang="ko-KR" sz="1050" b="1">
                          <a:effectLst/>
                          <a:latin typeface="Arial" panose="020B0604020202020204" pitchFamily="34" charset="0"/>
                        </a:rPr>
                        <a:t>4</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-0.054917</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24362602"/>
                  </a:ext>
                </a:extLst>
              </a:tr>
              <a:tr h="330590">
                <a:tc>
                  <a:txBody>
                    <a:bodyPr/>
                    <a:lstStyle/>
                    <a:p>
                      <a:pPr algn="l"/>
                      <a:r>
                        <a:rPr lang="en-US" altLang="ko-KR" sz="1050" b="1">
                          <a:effectLst/>
                          <a:latin typeface="Arial" panose="020B0604020202020204" pitchFamily="34" charset="0"/>
                        </a:rPr>
                        <a:t>5</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-0.046754</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98600849"/>
                  </a:ext>
                </a:extLst>
              </a:tr>
              <a:tr h="330590">
                <a:tc>
                  <a:txBody>
                    <a:bodyPr/>
                    <a:lstStyle/>
                    <a:p>
                      <a:pPr algn="l"/>
                      <a:r>
                        <a:rPr lang="en-US" altLang="ko-KR" sz="1050" b="1">
                          <a:effectLst/>
                          <a:latin typeface="Arial" panose="020B0604020202020204" pitchFamily="34" charset="0"/>
                        </a:rPr>
                        <a:t>6</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-0.040485</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81566478"/>
                  </a:ext>
                </a:extLst>
              </a:tr>
              <a:tr h="227549">
                <a:tc>
                  <a:txBody>
                    <a:bodyPr/>
                    <a:lstStyle/>
                    <a:p>
                      <a:pPr algn="l"/>
                      <a:r>
                        <a:rPr lang="en-US" altLang="ko-KR" sz="1050" b="1">
                          <a:effectLst/>
                          <a:latin typeface="Arial" panose="020B0604020202020204" pitchFamily="34" charset="0"/>
                        </a:rPr>
                        <a:t>7</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-0.037006</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50030188"/>
                  </a:ext>
                </a:extLst>
              </a:tr>
              <a:tr h="330590">
                <a:tc>
                  <a:txBody>
                    <a:bodyPr/>
                    <a:lstStyle/>
                    <a:p>
                      <a:pPr algn="l"/>
                      <a:r>
                        <a:rPr lang="en-US" altLang="ko-KR" sz="1050" b="1">
                          <a:effectLst/>
                          <a:latin typeface="Arial" panose="020B0604020202020204" pitchFamily="34" charset="0"/>
                        </a:rPr>
                        <a:t>8</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-0.032447</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82629595"/>
                  </a:ext>
                </a:extLst>
              </a:tr>
              <a:tr h="330590">
                <a:tc>
                  <a:txBody>
                    <a:bodyPr/>
                    <a:lstStyle/>
                    <a:p>
                      <a:pPr algn="l"/>
                      <a:r>
                        <a:rPr lang="en-US" altLang="ko-KR" sz="1050" b="1">
                          <a:effectLst/>
                          <a:latin typeface="Arial" panose="020B0604020202020204" pitchFamily="34" charset="0"/>
                        </a:rPr>
                        <a:t>9</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-0.027418</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89287383"/>
                  </a:ext>
                </a:extLst>
              </a:tr>
              <a:tr h="227549">
                <a:tc>
                  <a:txBody>
                    <a:bodyPr/>
                    <a:lstStyle/>
                    <a:p>
                      <a:pPr algn="l"/>
                      <a:r>
                        <a:rPr lang="en-US" altLang="ko-KR" sz="1050" b="1">
                          <a:effectLst/>
                          <a:latin typeface="Arial" panose="020B0604020202020204" pitchFamily="34" charset="0"/>
                        </a:rPr>
                        <a:t>10</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-0.023309</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296983774"/>
                  </a:ext>
                </a:extLst>
              </a:tr>
              <a:tr h="330590">
                <a:tc>
                  <a:txBody>
                    <a:bodyPr/>
                    <a:lstStyle/>
                    <a:p>
                      <a:pPr algn="l"/>
                      <a:r>
                        <a:rPr lang="en-US" altLang="ko-KR" sz="1050" b="1">
                          <a:effectLst/>
                          <a:latin typeface="Arial" panose="020B0604020202020204" pitchFamily="34" charset="0"/>
                        </a:rPr>
                        <a:t>11</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-0.019716</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10682107"/>
                  </a:ext>
                </a:extLst>
              </a:tr>
              <a:tr h="330590">
                <a:tc>
                  <a:txBody>
                    <a:bodyPr/>
                    <a:lstStyle/>
                    <a:p>
                      <a:pPr algn="l"/>
                      <a:r>
                        <a:rPr lang="en-US" altLang="ko-KR" sz="1050" b="1">
                          <a:effectLst/>
                          <a:latin typeface="Arial" panose="020B0604020202020204" pitchFamily="34" charset="0"/>
                        </a:rPr>
                        <a:t>12</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-0.015506</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26512890"/>
                  </a:ext>
                </a:extLst>
              </a:tr>
              <a:tr h="227549">
                <a:tc>
                  <a:txBody>
                    <a:bodyPr/>
                    <a:lstStyle/>
                    <a:p>
                      <a:pPr algn="l"/>
                      <a:r>
                        <a:rPr lang="en-US" altLang="ko-KR" sz="1050" b="1">
                          <a:effectLst/>
                          <a:latin typeface="Arial" panose="020B0604020202020204" pitchFamily="34" charset="0"/>
                        </a:rPr>
                        <a:t>13</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a:effectLst/>
                          <a:latin typeface="Arial" panose="020B0604020202020204" pitchFamily="34" charset="0"/>
                        </a:rPr>
                        <a:t>-0.010085</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18913303"/>
                  </a:ext>
                </a:extLst>
              </a:tr>
              <a:tr h="330590">
                <a:tc>
                  <a:txBody>
                    <a:bodyPr/>
                    <a:lstStyle/>
                    <a:p>
                      <a:pPr algn="l"/>
                      <a:r>
                        <a:rPr lang="en-US" altLang="ko-KR" sz="1050" b="1">
                          <a:effectLst/>
                          <a:latin typeface="Arial" panose="020B0604020202020204" pitchFamily="34" charset="0"/>
                        </a:rPr>
                        <a:t>14</a:t>
                      </a:r>
                    </a:p>
                  </a:txBody>
                  <a:tcPr marL="10733" marR="10733" marT="21467"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5F5F5"/>
                    </a:solidFill>
                  </a:tcPr>
                </a:tc>
                <a:tc>
                  <a:txBody>
                    <a:bodyPr/>
                    <a:lstStyle/>
                    <a:p>
                      <a:pPr algn="r"/>
                      <a:r>
                        <a:rPr lang="en-US" altLang="ko-KR" sz="1050" dirty="0">
                          <a:effectLst/>
                          <a:latin typeface="Arial" panose="020B0604020202020204" pitchFamily="34" charset="0"/>
                        </a:rPr>
                        <a:t>-0.0038141</a:t>
                      </a:r>
                    </a:p>
                  </a:txBody>
                  <a:tcPr marL="10733" marR="10733" marT="10733" marB="10733"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8004125"/>
                  </a:ext>
                </a:extLst>
              </a:tr>
            </a:tbl>
          </a:graphicData>
        </a:graphic>
      </p:graphicFrame>
    </p:spTree>
    <p:extLst>
      <p:ext uri="{BB962C8B-B14F-4D97-AF65-F5344CB8AC3E}">
        <p14:creationId xmlns:p14="http://schemas.microsoft.com/office/powerpoint/2010/main" val="3712595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28E53A-DE54-4648-AEB7-F8D960FC7611}"/>
              </a:ext>
            </a:extLst>
          </p:cNvPr>
          <p:cNvSpPr/>
          <p:nvPr/>
        </p:nvSpPr>
        <p:spPr>
          <a:xfrm>
            <a:off x="0" y="0"/>
            <a:ext cx="12192000" cy="6858000"/>
          </a:xfrm>
          <a:prstGeom prst="rect">
            <a:avLst/>
          </a:prstGeom>
          <a:solidFill>
            <a:srgbClr val="BF57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AA3FE0EC-4003-5545-827A-1BB664ABB04E}"/>
              </a:ext>
            </a:extLst>
          </p:cNvPr>
          <p:cNvSpPr/>
          <p:nvPr/>
        </p:nvSpPr>
        <p:spPr>
          <a:xfrm>
            <a:off x="11887200" y="0"/>
            <a:ext cx="304800" cy="5588000"/>
          </a:xfrm>
          <a:prstGeom prst="rect">
            <a:avLst/>
          </a:prstGeom>
          <a:solidFill>
            <a:srgbClr val="EB8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Rectangle 7">
            <a:extLst>
              <a:ext uri="{FF2B5EF4-FFF2-40B4-BE49-F238E27FC236}">
                <a16:creationId xmlns:a16="http://schemas.microsoft.com/office/drawing/2014/main" id="{916091E2-0097-0A4F-BD0A-C1C00DDD7C62}"/>
              </a:ext>
            </a:extLst>
          </p:cNvPr>
          <p:cNvSpPr/>
          <p:nvPr/>
        </p:nvSpPr>
        <p:spPr>
          <a:xfrm>
            <a:off x="11887200" y="5588000"/>
            <a:ext cx="304800" cy="127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5" name="Picture 2">
            <a:extLst>
              <a:ext uri="{FF2B5EF4-FFF2-40B4-BE49-F238E27FC236}">
                <a16:creationId xmlns:a16="http://schemas.microsoft.com/office/drawing/2014/main" id="{18B11CA6-BE48-51BA-D78F-A488F3A786D2}"/>
              </a:ext>
            </a:extLst>
          </p:cNvPr>
          <p:cNvPicPr>
            <a:picLocks noChangeAspect="1"/>
          </p:cNvPicPr>
          <p:nvPr/>
        </p:nvPicPr>
        <p:blipFill>
          <a:blip r:embed="rId2"/>
          <a:stretch>
            <a:fillRect/>
          </a:stretch>
        </p:blipFill>
        <p:spPr>
          <a:xfrm>
            <a:off x="3817519" y="2835819"/>
            <a:ext cx="4556962" cy="1186362"/>
          </a:xfrm>
          <a:prstGeom prst="rect">
            <a:avLst/>
          </a:prstGeom>
        </p:spPr>
      </p:pic>
      <p:sp>
        <p:nvSpPr>
          <p:cNvPr id="6" name="슬라이드 번호 개체 틀 5">
            <a:extLst>
              <a:ext uri="{FF2B5EF4-FFF2-40B4-BE49-F238E27FC236}">
                <a16:creationId xmlns:a16="http://schemas.microsoft.com/office/drawing/2014/main" id="{665FB1DA-F3B7-E8E2-DEA3-34C6F988D7D3}"/>
              </a:ext>
            </a:extLst>
          </p:cNvPr>
          <p:cNvSpPr>
            <a:spLocks noGrp="1"/>
          </p:cNvSpPr>
          <p:nvPr>
            <p:ph type="sldNum" sz="quarter" idx="12"/>
          </p:nvPr>
        </p:nvSpPr>
        <p:spPr/>
        <p:txBody>
          <a:bodyPr/>
          <a:lstStyle/>
          <a:p>
            <a:fld id="{3A7270B7-98E8-6644-9DE4-052FAD0A01EB}" type="slidenum">
              <a:rPr lang="en-US" altLang="ko-KR" smtClean="0"/>
              <a:pPr/>
              <a:t>15</a:t>
            </a:fld>
            <a:endParaRPr lang="en-US" altLang="ko-K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ding for styleguide 1" id="{277679B9-BBEB-1948-AE79-72D75B5CA8BF}" vid="{1A8F7BE5-8E8B-E042-8853-3D2DA7EEA726}"/>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1587</TotalTime>
  <Words>613</Words>
  <Application>Microsoft Macintosh PowerPoint</Application>
  <PresentationFormat>와이드스크린</PresentationFormat>
  <Paragraphs>280</Paragraphs>
  <Slides>15</Slides>
  <Notes>0</Notes>
  <HiddenSlides>0</HiddenSlides>
  <MMClips>1</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15</vt:i4>
      </vt:variant>
    </vt:vector>
  </HeadingPairs>
  <TitlesOfParts>
    <vt:vector size="22" baseType="lpstr">
      <vt:lpstr>맑은 고딕</vt:lpstr>
      <vt:lpstr>Arial</vt:lpstr>
      <vt:lpstr>Arial Black</vt:lpstr>
      <vt:lpstr>Calibri</vt:lpstr>
      <vt:lpstr>Calibri Light</vt:lpstr>
      <vt:lpstr>Wingdings</vt:lpstr>
      <vt:lpstr>Office Theme</vt:lpstr>
      <vt:lpstr>PowerPoint 프레젠테이션</vt:lpstr>
      <vt:lpstr>PowerPoint 프레젠테이션</vt:lpstr>
      <vt:lpstr>Les Chevaliers du ciel </vt:lpstr>
      <vt:lpstr>Problem Statement</vt:lpstr>
      <vt:lpstr>How to place observer satellite in given FOV condition?</vt:lpstr>
      <vt:lpstr>MDP Formulation</vt:lpstr>
      <vt:lpstr>MDP Formulation</vt:lpstr>
      <vt:lpstr>MDP Formulation</vt:lpstr>
      <vt:lpstr>MDP Structure</vt:lpstr>
      <vt:lpstr>RPOD Case - GlideSlope</vt:lpstr>
      <vt:lpstr>RPOD Case – Glideslope</vt:lpstr>
      <vt:lpstr>RPOD Case: Two Impulse</vt:lpstr>
      <vt:lpstr>RPOD Case: Two Impulse</vt:lpstr>
      <vt:lpstr>RPOD Case: CircumNav</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Rische, Rebecca D</dc:creator>
  <cp:lastModifiedBy>KIM, HONGSEOK</cp:lastModifiedBy>
  <cp:revision>293</cp:revision>
  <dcterms:created xsi:type="dcterms:W3CDTF">2019-06-25T14:32:27Z</dcterms:created>
  <dcterms:modified xsi:type="dcterms:W3CDTF">2026-04-27T13:57:54Z</dcterms:modified>
</cp:coreProperties>
</file>